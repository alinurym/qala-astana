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434d5791c471a" /><Relationship Type="http://schemas.openxmlformats.org/officeDocument/2006/relationships/extended-properties" Target="/docProps/app.xml" Id="R7bf9728f1d1a410f" /><Relationship Type="http://schemas.openxmlformats.org/officeDocument/2006/relationships/officeDocument" Target="/ppt/presentation.xml" Id="R4e08f165e07b42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25efc78bdd4e0b"/>
  </p:sldMasterIdLst>
  <p:notesMasterIdLst>
    <p:notesMasterId xmlns:r="http://schemas.openxmlformats.org/officeDocument/2006/relationships" r:id="Raf4960300e624fd3"/>
  </p:notesMasterIdLst>
  <p:sldIdLst>
    <p:sldId xmlns:r="http://schemas.openxmlformats.org/officeDocument/2006/relationships" id="256" r:id="R1547b35dd2d944bc"/>
    <p:sldId xmlns:r="http://schemas.openxmlformats.org/officeDocument/2006/relationships" id="257" r:id="Raf4fa7e8ea074734"/>
    <p:sldId xmlns:r="http://schemas.openxmlformats.org/officeDocument/2006/relationships" id="258" r:id="R1cfdb623426f48cb"/>
    <p:sldId xmlns:r="http://schemas.openxmlformats.org/officeDocument/2006/relationships" id="259" r:id="R679793ec80cc4a3b"/>
    <p:sldId xmlns:r="http://schemas.openxmlformats.org/officeDocument/2006/relationships" id="260" r:id="R361be142211c4b63"/>
    <p:sldId xmlns:r="http://schemas.openxmlformats.org/officeDocument/2006/relationships" id="261" r:id="R01ac59dc85d14453"/>
    <p:sldId xmlns:r="http://schemas.openxmlformats.org/officeDocument/2006/relationships" id="262" r:id="R300f660eb579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adabd02674479" /><Relationship Type="http://schemas.openxmlformats.org/officeDocument/2006/relationships/slideMaster" Target="/ppt/slideMasters/slideMaster1.xml" Id="Rd025efc78bdd4e0b" /><Relationship Type="http://schemas.openxmlformats.org/officeDocument/2006/relationships/notesMaster" Target="/ppt/notesMasters/notesMaster1.xml" Id="Raf4960300e624fd3" /><Relationship Type="http://schemas.openxmlformats.org/officeDocument/2006/relationships/presProps" Target="/ppt/presProps.xml" Id="Rc8aa7eabd3fa4c15" /><Relationship Type="http://schemas.openxmlformats.org/officeDocument/2006/relationships/tableStyles" Target="/ppt/tableStyles.xml" Id="R4022b85c86474cf3" /><Relationship Type="http://schemas.openxmlformats.org/officeDocument/2006/relationships/slide" Target="/ppt/slides/slide1.xml" Id="R1547b35dd2d944bc" /><Relationship Type="http://schemas.openxmlformats.org/officeDocument/2006/relationships/slide" Target="/ppt/slides/slide2.xml" Id="Raf4fa7e8ea074734" /><Relationship Type="http://schemas.openxmlformats.org/officeDocument/2006/relationships/slide" Target="/ppt/slides/slide3.xml" Id="R1cfdb623426f48cb" /><Relationship Type="http://schemas.openxmlformats.org/officeDocument/2006/relationships/slide" Target="/ppt/slides/slide4.xml" Id="R679793ec80cc4a3b" /><Relationship Type="http://schemas.openxmlformats.org/officeDocument/2006/relationships/slide" Target="/ppt/slides/slide5.xml" Id="R361be142211c4b63" /><Relationship Type="http://schemas.openxmlformats.org/officeDocument/2006/relationships/slide" Target="/ppt/slides/slide6.xml" Id="R01ac59dc85d14453" /><Relationship Type="http://schemas.openxmlformats.org/officeDocument/2006/relationships/slide" Target="/ppt/slides/slide7.xml" Id="R300f660eb579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6d781613b547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la City Walk">
      <a:dk1>
        <a:srgbClr val="000000"/>
      </a:dk1>
      <a:lt1>
        <a:srgbClr val="FFFFFF"/>
      </a:lt1>
      <a:dk2>
        <a:srgbClr val="0D342F"/>
      </a:dk2>
      <a:lt2>
        <a:srgbClr val="F7F5EF"/>
      </a:lt2>
      <a:accent1>
        <a:srgbClr val="174B40"/>
      </a:accent1>
      <a:accent2>
        <a:srgbClr val="E87954"/>
      </a:accent2>
      <a:accent3>
        <a:srgbClr val="DDE8C2"/>
      </a:accent3>
      <a:accent4>
        <a:srgbClr val="A96F31"/>
      </a:accent4>
      <a:accent5>
        <a:srgbClr val="E8EEE7"/>
      </a:accent5>
      <a:accent6>
        <a:srgbClr val="68766F"/>
      </a:accent6>
      <a:hlink>
        <a:srgbClr val="174B40"/>
      </a:hlink>
      <a:folHlink>
        <a:srgbClr val="0D342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 City Wal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12eb3ff364b06" /><Relationship Type="http://schemas.openxmlformats.org/officeDocument/2006/relationships/notesMaster" Target="/ppt/notesMasters/notesMaster1.xml" Id="R4a1a2c90375144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b8a4fa41414d8e" /><Relationship Type="http://schemas.openxmlformats.org/officeDocument/2006/relationships/notesMaster" Target="/ppt/notesMasters/notesMaster1.xml" Id="R7881b9f3db8c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1a960b5424b3f" /><Relationship Type="http://schemas.openxmlformats.org/officeDocument/2006/relationships/notesMaster" Target="/ppt/notesMasters/notesMaster1.xml" Id="Red3deec6513e47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f391600344100" /><Relationship Type="http://schemas.openxmlformats.org/officeDocument/2006/relationships/notesMaster" Target="/ppt/notesMasters/notesMaster1.xml" Id="Reac57aff05ca43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b3a380bfc46b2" /><Relationship Type="http://schemas.openxmlformats.org/officeDocument/2006/relationships/notesMaster" Target="/ppt/notesMasters/notesMaster1.xml" Id="R96a0a39612334a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7aded65a464260" /><Relationship Type="http://schemas.openxmlformats.org/officeDocument/2006/relationships/notesMaster" Target="/ppt/notesMasters/notesMaster1.xml" Id="Re252a63b9ff648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399af596b4acd" /><Relationship Type="http://schemas.openxmlformats.org/officeDocument/2006/relationships/notesMaster" Target="/ppt/notesMasters/notesMaster1.xml" Id="R31dd2e3c35df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Открытие: Qala — городской помощник, который превращает короткий перерыв в понятный выбор мест рядом. Пользователь задаёт точку и запрос; система показывает POI, примерное время и идею для визита. Сегодня мы покажем первый кейс задания — прогулку у Mega Silk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Задание Build with AI, кейс 1, стр. 1 исходного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0:30–1:10. В условии кейса человек находится возле Mega Silk Way и хочет прогуляться 30–60 минут. Ожидаемый формат — от одного до трёх конкретных мест, короткое объяснение, примерное время визита и идея действия. Важна ясность: пользователь должен понимать, что взято из каталога, а что система предложила сама.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Исходный PDF, кейс 1 и пользовательские сценарии, стр.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1:10–2:00. Покажите поток RAG. Координаты ограничивают поиск POI; retrieval ранжирует записи по словам запроса, интентам, категории, радиусу, расстоянию и явным тегам. Локальный шаблонный генератор строит объяснение из запроса и найденной записи и прямо отмечает неизвестные поля. Embeddings и векторного индекса нет, это не полноценная LLM. Внешний провайдер доступен отдельно, только после согласия; его API может тарифицироваться. Карточка отдельно показывает источник POI и предложенную идею.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Исходный PDF, описание высокоуровневого RAG, стр. 1; osm_data.py и server.py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2:00–3:30. Выберите пресет «Mega Silk Way · 30–60 мин» с радиусом два километра. Слайд показывает первую из трёх рекомендаций, которую вернул текущий локальный кэш на запрос «Хочу прогуляться 30–60 минут»: NU Park, 0,59 км от точки, ориентировочно 11 минут пешком. Время пешком и 30–60 минут на месте — разные оценки; прогулочный лимит применяется ко времени пути. Причина основана только на категории «парк». Идея — сгенерированная подсказка, а не факт OSM. Часы работы в записи не указаны. Состав выдачи может измениться после обновления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Исходный PDF, требования к результату сценария, стр. 1–2.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data/places.json, запись way/1467797207; источник: https://www.openstreetmap.org/way/1467797207.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Локальный ответ server.recommend для точки 51.0891, 71.4073, радиуса 2 км и запроса «Хочу прогуляться 30–60 минут».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3:30–4:30. Интерфейс поддерживает русский, казахский и английский; переводы POI зависят от тегов OSM. Группа выбирает размер 3–5 человек, но вместимость фильтруется только при числовом теге. Детский сценарий использует категории и не проверяет безопасность. wheelchair=yes относится только к точке, а не ко всему пути. В кэше 809 POI центральной Астаны. Последняя попытка обновления не получила ответа от трёх Overpass-серверов и сохранила старый кэш; NQZ пока содержит ноль собранных POI. События открываются по официальной ссылке, без импорта записей.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server.py: get_status, score_place, route_matrix; app.js: I18N и фильтры; osm_data.py: derive_features.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4:30–5:40. GPS работает только после явного действия. Локальный сервер обрабатывает координату текущего запроса и не сохраняет её в каталог POI или журнал рекомендаций. OpenRouteService получает координаты для матрицы и геометрии пути. Тайловый сервер OpenStreetMap получает запросы для видимой области карты. Внешний навигатор получает точку и назначение после открытия его ссылки. Подключённая внешняя LLM вызывается только после согласия на текущий запрос и получает его текст и выбранные POI с расстояниями; отдельные GPS-поля исключены, координаты, введённые в текст, отправляются вместе с ним. Перед рейсом система не знает очередь досмотра, выход к гейту и посадку, поэтому её оценка не гарантирует, что пассажир успеет. OSM может быть неполным или устаревшим; часы нужно 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Исходный PDF, ограничения по приватности и недостоверной информации, стр.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server.py: route_matrix, llm_prompt, Handler; osm_data.py: collect_places.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5:40–6:35. Завершите бизнес-гипотезой, а не обещанием выручки. Qala может стать частью туристического сервиса или сети локальных площадок, если проект подтвердит спрос и качество данных. Партнёров и коммерческой модели пока нет. Перед пилотом нужно получить аэропортовый каталог, независимо оценить рекомендации на разных точках, затем подключить проверенную афишу и проверить доступность пути с пользователями. Это соответствует требованию назвать бизнес-идею, ограничения, риски и план развития.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основания: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Исходный PDF, требования к презентации 5–7 минут и ограничения, стр.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dbf21d31e44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3c10440124d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5963c06a24b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e883c121445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9261a2fc54a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6adc8ac3d4d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7D3374-55C3-4D38-85B7-DA029B5FD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EEABF0-EFDB-41A5-B021-AB08BB5BBE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02BDEF-D180-4C03-B4A2-F36C21ACE8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52C26D-8E92-43B5-A3B1-D31F765A8E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2CC065-EA85-4455-97C1-8EB7D8AE1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11C396-046C-453D-A37E-3F3A9E038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C81301-8C90-4960-A15D-1A1655F68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B92C3B-79CB-4C33-B89D-1A17E4AE34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F4CF23-20D4-46F8-A3C4-1E8993291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44091D-EBF2-4ABB-BFAB-8882741E3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7e3dd18294885" /><Relationship Type="http://schemas.openxmlformats.org/officeDocument/2006/relationships/slideLayout" Target="/ppt/slideLayouts/slideLayout1.xml" Id="Rf9757798362a46c9" /><Relationship Type="http://schemas.openxmlformats.org/officeDocument/2006/relationships/slideLayout" Target="/ppt/slideLayouts/slideLayout2.xml" Id="R8faf82c16f5647da" /><Relationship Type="http://schemas.openxmlformats.org/officeDocument/2006/relationships/slideLayout" Target="/ppt/slideLayouts/slideLayout3.xml" Id="R819c693156de48b1" /><Relationship Type="http://schemas.openxmlformats.org/officeDocument/2006/relationships/slideLayout" Target="/ppt/slideLayouts/slideLayout4.xml" Id="R7b7e7fe805074980" /><Relationship Type="http://schemas.openxmlformats.org/officeDocument/2006/relationships/slideLayout" Target="/ppt/slideLayouts/slideLayout5.xml" Id="R0ee9a6b79f604e3b" /><Relationship Type="http://schemas.openxmlformats.org/officeDocument/2006/relationships/slideLayout" Target="/ppt/slideLayouts/slideLayout6.xml" Id="Ra91a64d810a943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757798362a46c9"/>
    <p:sldLayoutId xmlns:r="http://schemas.openxmlformats.org/officeDocument/2006/relationships" id="2147483650" r:id="R8faf82c16f5647da"/>
    <p:sldLayoutId xmlns:r="http://schemas.openxmlformats.org/officeDocument/2006/relationships" id="2147483651" r:id="R819c693156de48b1"/>
    <p:sldLayoutId xmlns:r="http://schemas.openxmlformats.org/officeDocument/2006/relationships" id="2147483652" r:id="R7b7e7fe805074980"/>
    <p:sldLayoutId xmlns:r="http://schemas.openxmlformats.org/officeDocument/2006/relationships" id="2147483653" r:id="R0ee9a6b79f604e3b"/>
    <p:sldLayoutId xmlns:r="http://schemas.openxmlformats.org/officeDocument/2006/relationships" id="2147483654" r:id="Ra91a64d810a943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la City Walk">
      <a:dk1>
        <a:srgbClr val="000000"/>
      </a:dk1>
      <a:lt1>
        <a:srgbClr val="FFFFFF"/>
      </a:lt1>
      <a:dk2>
        <a:srgbClr val="0D342F"/>
      </a:dk2>
      <a:lt2>
        <a:srgbClr val="F7F5EF"/>
      </a:lt2>
      <a:accent1>
        <a:srgbClr val="174B40"/>
      </a:accent1>
      <a:accent2>
        <a:srgbClr val="E87954"/>
      </a:accent2>
      <a:accent3>
        <a:srgbClr val="DDE8C2"/>
      </a:accent3>
      <a:accent4>
        <a:srgbClr val="A96F31"/>
      </a:accent4>
      <a:accent5>
        <a:srgbClr val="E8EEE7"/>
      </a:accent5>
      <a:accent6>
        <a:srgbClr val="68766F"/>
      </a:accent6>
      <a:hlink>
        <a:srgbClr val="174B40"/>
      </a:hlink>
      <a:folHlink>
        <a:srgbClr val="0D342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 City Wal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a23d4c4f54f3f" /><Relationship Type="http://schemas.openxmlformats.org/officeDocument/2006/relationships/notesSlide" Target="/ppt/notesSlides/notesSlide1.xml" Id="R1ad0fb41d8ca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939c2c6cb407c" /><Relationship Type="http://schemas.openxmlformats.org/officeDocument/2006/relationships/notesSlide" Target="/ppt/notesSlides/notesSlide2.xml" Id="R74c5120fd593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c13a85c5d4c7a" /><Relationship Type="http://schemas.openxmlformats.org/officeDocument/2006/relationships/notesSlide" Target="/ppt/notesSlides/notesSlide3.xml" Id="R475e400f4419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fe240eab242ea" /><Relationship Type="http://schemas.openxmlformats.org/officeDocument/2006/relationships/notesSlide" Target="/ppt/notesSlides/notesSlide4.xml" Id="R0e2e51ccce81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17c5aea284c99" /><Relationship Type="http://schemas.openxmlformats.org/officeDocument/2006/relationships/notesSlide" Target="/ppt/notesSlides/notesSlide5.xml" Id="R127b7969867f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f37039fbc4b51" /><Relationship Type="http://schemas.openxmlformats.org/officeDocument/2006/relationships/notesSlide" Target="/ppt/notesSlides/notesSlide6.xml" Id="R06def7d6f24f41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ed665a9e34cc8" /><Relationship Type="http://schemas.openxmlformats.org/officeDocument/2006/relationships/notesSlide" Target="/ppt/notesSlides/notesSlide7.xml" Id="Red11326b9bce4c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462DC-A3A0-4EBC-B1ED-7C597942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DE8C2"/>
                </a:solidFill>
                <a:latin typeface="Arial"/>
                <a:ea typeface="Arial"/>
                <a:cs typeface="Arial"/>
              </a:rPr>
              <a:t>QALA  /  КЕЙС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8F6C5-BC0E-4002-9CE3-A1C4CAB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Qala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B125D-1E08-4CED-87C7-637B3EF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Городской гид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один свободный 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1EF07-5737-4EC1-96D2-91A2EE7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2857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EAA4F-746D-450C-8088-C64FC02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DDE8C2"/>
                </a:solidFill>
                <a:latin typeface="Arial"/>
                <a:ea typeface="Arial"/>
                <a:cs typeface="Arial"/>
              </a:rPr>
              <a:t>30–60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96569-2659-4749-8109-CC3D709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880D0-5433-4058-949D-FB3A985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0DB"/>
                </a:solidFill>
                <a:latin typeface="Arial"/>
                <a:ea typeface="Arial"/>
                <a:cs typeface="Arial"/>
              </a:rPr>
              <a:t>От выбранной точки</a:t>
            </a:r>
          </a:p>
          <a:p xmlns:a="http://schemas.openxmlformats.org/drawingml/2006/main">
            <a:pPr algn="l">
              <a:defRPr sz="1875" b="0">
                <a:solidFill>
                  <a:srgbClr val="D5E0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0DB"/>
                </a:solidFill>
                <a:latin typeface="Arial"/>
                <a:ea typeface="Arial"/>
                <a:cs typeface="Arial"/>
              </a:rPr>
              <a:t>к короткой идее прогулки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84BB3-6EDC-4DCA-A684-5F7499B6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D6D0"/>
                </a:solidFill>
                <a:latin typeface="Arial"/>
                <a:ea typeface="Arial"/>
                <a:cs typeface="Arial"/>
              </a:rPr>
              <a:t>АСТАНА  ·  SMART 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FFE6F-08F1-4D4E-987A-A212379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6D0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AC93F-EC68-4EC8-B1EF-472C2259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237936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F4BAC-62D9-46CB-B8F8-7BC3B6E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ЗАДАЧА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BA0EC-A7B4-4616-AB6F-0A9935A8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Кейс 1 · прогулка у Mega Silk 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98CB3-19A8-44C4-BAD2-C8CD8815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6DE48-5AA0-45AD-BB6C-E4CDD503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766F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5C81C-088B-4FBF-95EA-A96A846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ECEA2-F96A-40F7-848E-87A56A97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286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«Я возле Mega Silk Way.</a:t>
            </a:r>
          </a:p>
          <a:p xmlns:a="http://schemas.openxmlformats.org/drawingml/2006/main">
            <a: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Есть 30–60 минут.</a:t>
            </a:r>
          </a:p>
          <a:p xmlns:a="http://schemas.openxmlformats.org/drawingml/2006/main">
            <a:pPr algn="l">
              <a:defRPr sz="29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Куда пойти?»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C377-DCC0-47BE-9569-55B70011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4B20C-7B4E-4723-85B1-A03BF44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1–3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7FBFD-BF8A-4F51-9562-2A7DB35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точки рядом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77CA7-9E41-4B1C-92CE-166C66A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Почему подходит</a:t>
            </a:r>
          </a:p>
          <a:p xmlns:a="http://schemas.openxmlformats.org/drawingml/2006/main">
            <a: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Время пешком и на месте</a:t>
            </a:r>
          </a:p>
          <a:p xmlns:a="http://schemas.openxmlformats.org/drawingml/2006/main">
            <a:pPr algn="l">
              <a:defRPr sz="16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Что можно сделать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FB93D-FDA5-4D25-B6BA-3000604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Для жителей и гостей города между делами</a:t>
            </a:r>
          </a:p>
        </p:txBody>
      </p:sp>
    </p:spTree>
    <p:extLst>
      <p:ext uri="{BB962C8B-B14F-4D97-AF65-F5344CB8AC3E}">
        <p14:creationId xmlns:p14="http://schemas.microsoft.com/office/powerpoint/2010/main" val="1668020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9A838D-57E1-461B-9450-E5F35CBC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КАК РАБОТАЕТ QALA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02BF8-C799-45F6-A2CB-E63E49E2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От точки до понятной идеи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87005-D180-419D-9548-2652F116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B982-7718-480F-9958-55D3614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766F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E1FFB-25FE-44D7-8652-F78D04E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0FA13-F784-4732-B8F8-107B0D51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621AC-94F2-454F-940E-6B4376D3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ADA03-8D12-4BFD-BED2-BBBE667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Точка на карте</a:t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или GPS по нажатию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Настроение и время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3EA99-9480-4D60-8B87-04BAC1A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79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A7A39-BE5F-4661-8298-90F99E4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240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0086F-FEFE-40B0-9175-F1A06E6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4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DA9DD-7107-4BDC-ACD5-79773BF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F20FF-4E1F-4E4A-A927-FD79363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Каталог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978F6-FDB7-4DE6-A753-790348CA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Автосбор из OSM</a:t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через Overpass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Название · категория</a:t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Описание · часы, если есть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53239-51C7-4C05-B1F1-C1653FEF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79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EBBB1-3C63-4FCE-9876-82BC4943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240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F6B19-2EBE-4F36-A804-961B480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4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4B468-73A7-4DA8-8109-B902954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6A782-DC7F-4356-9F73-94B33D5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DDE-AF61-4CEE-8A3D-733C134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Совпадения по словам</a:t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и интентам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Радиус и расстояние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4D935-1FFB-4916-9223-7D65123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79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B5E5B-4836-4E01-8AC2-99D61DE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67599-19D2-4A94-AC33-0FEE05B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14288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376F8-2E18-45A2-843A-47138356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7AF6B-659F-4FEE-90AA-A0DEC65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Идея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4A45E-1528-45B2-BC14-69D1356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7660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Локальный генератор</a:t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или подключённая LLM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Факт отделён от идеи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55A12-E2DA-4264-84FF-B05E288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6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520F3-C5E6-49F3-ADD1-F327F16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ФАКТ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3AEF6-2CF8-4038-9D89-DE53133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Поля POI со ссылкой на объект OpenStreetMap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BA950-9C8C-4C97-93AF-85B891ED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ИДЕЯ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60FCC-5A14-4EC1-AC3E-8AC7DFD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76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36"/>
          </a:bodyPr>
          <a:lstStyle xmlns:a="http://schemas.openxmlformats.org/drawingml/2006/main">
            <a:def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Предложение системы, не обещание услуги или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398295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A9B98-7273-463B-BFB0-72B0D2F0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ПРИМЕР ВЫДАЧИ НА СОХРАНЁННОМ OSM-КЭШЕ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1199B-C4F6-4F23-9726-8A091699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Демо · прогулка у Mega Silk 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69A5E-BEF4-46CB-97D1-2F00D9A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AA9A-11A3-4A6E-8531-454DEA1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766F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36212-9082-4B90-A866-F0753B5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12D16-9819-4784-B1E2-FEFF229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E2729-7B0D-4DAC-971A-4F3A6AE6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«Хочу прогуляться</a:t>
            </a:r>
          </a:p>
          <a:p xmlns:a="http://schemas.openxmlformats.org/drawingml/2006/main">
            <a: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30–60 минут»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869A4-BDDD-4C86-8925-86D4C9C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Старт-пресет: Mega Silk 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30D18-EAEB-4162-B4FF-0912C6F3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Радиус поиска: 2 км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1B1EA-BBF1-484D-B421-7301E31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55816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5AB1E-BF84-493C-AA78-FC45C5E9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6667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DC4A2-840C-4176-A759-87D6632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ПРЕДЛОЖЕНИЕ 1 ИЗ 3  ·  ФАКТЫ ИЗ OSM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235C9-5492-41C6-BA29-0DE7B59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64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F644C-CE5B-4E8B-9294-967237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Парк  ·  0,59 км  ·  way/1467797207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F1B37-3660-455A-904B-7B568FD1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05175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F14B-3055-4924-9063-5FE1203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~11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42D3F-8504-4F1D-866A-FA46F32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30–60 мин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8B051-5D95-498A-9256-0C084E57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пешком · оценка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CE23E-19E5-4F61-93AD-082A341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на месте · оценка категории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4FF3A-A2C5-4117-AB55-F27331A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2D78C-9435-4646-A67C-CD8A49D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ПОЧЕМУ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52B00-9EFD-48BF-8B35-F6AB2284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29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Категория подходит под запрос на прогулку.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CBE2F-A79A-4C9D-82C1-EBE805E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0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ИДЕЯ QALA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380E0-60D3-4F20-844E-6A33CF4A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006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Пройтись по территории; проверить погоду и путь.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C13CC-D4B6-46E3-8EEF-CDBBCA17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81625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Часы работы в записи OSM не указаны.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4B878-8F4B-4EDA-999F-DF5A5337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42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Первая из трёх рекомендаций. Время пешком и длительность визита — отдельные оценки.</a:t>
            </a:r>
          </a:p>
        </p:txBody>
      </p:sp>
    </p:spTree>
    <p:extLst>
      <p:ext uri="{BB962C8B-B14F-4D97-AF65-F5344CB8AC3E}">
        <p14:creationId xmlns:p14="http://schemas.microsoft.com/office/powerpoint/2010/main" val="72390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6A82F-8848-4877-9B27-7E6755F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СОСТОЯНИЕ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FF563-5EE2-414A-A4E5-1F136BD1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Что уже сделано — и где граница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B65CE-3379-4E63-A44E-F240FE6E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3DBDF-5E07-4DEF-B043-358C00E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766F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3B5CA-CC23-4A77-9043-3D609BD5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564C-E7FB-439B-AF44-9A609FFF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97BEA-1C26-4BA3-9B1D-CE041B7D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71B13-3302-4652-BF8E-A09E6DD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РАБОТАЕТ НА КЭШЕ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202B4-9AD1-448F-AB94-56AC5AD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933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809 POI в центре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Поиск по запросу</a:t>
            </a:r>
          </a:p>
          <a:p xmlns:a="http://schemas.openxmlformats.org/drawingml/2006/main">
            <a: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и расстоянию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Ответы на трёх языках</a:t>
            </a:r>
          </a:p>
          <a:p xmlns:a="http://schemas.openxmlformats.org/drawingml/2006/main">
            <a:pPr algn="l">
              <a:defRPr sz="15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До трёх рекомендаций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D0EA5-B692-46A5-B38B-81DF4200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6F3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6F31"/>
                </a:solidFill>
                <a:latin typeface="Arial"/>
                <a:ea typeface="Arial"/>
                <a:cs typeface="Arial"/>
              </a:rPr>
              <a:t>ЧАСТИЧНО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B6514-3EA4-4251-8456-1E54948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9908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Дети — только категории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Группа 3–5; вместимость —</a:t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только при явном теге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wheelchair=yes у точки;</a:t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доступность пути не доказана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23268-0F67-4175-8A25-11C6F4E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8A92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928C"/>
                </a:solidFill>
                <a:latin typeface="Arial"/>
                <a:ea typeface="Arial"/>
                <a:cs typeface="Arial"/>
              </a:rPr>
              <a:t>ОГРАНИЧЕНИЯ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BD88D-2D02-4F99-9C8F-51D6F7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Последний сбор OSM:</a:t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0 новых POI; кэш 809 сохранён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NQZ: 0 POI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События — ссылка, без импорта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7D1C6-0D4B-448F-9F94-E8F4728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Маршрутная геометрия — при успешном ответе ORS; иначе пунктирная линия остаётся схемой.</a:t>
            </a:r>
          </a:p>
        </p:txBody>
      </p:sp>
    </p:spTree>
    <p:extLst>
      <p:ext uri="{BB962C8B-B14F-4D97-AF65-F5344CB8AC3E}">
        <p14:creationId xmlns:p14="http://schemas.microsoft.com/office/powerpoint/2010/main" val="1645481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FEB77-E4F0-416C-8057-E2A0D66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ЧТО ПОЛЬЗОВАТЕЛЬ ДОЛЖЕН ЗНАТЬ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7DAF7-7E88-41B2-A7C6-BCBE6F60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302A"/>
                </a:solidFill>
                <a:latin typeface="Arial"/>
                <a:ea typeface="Arial"/>
                <a:cs typeface="Arial"/>
              </a:rPr>
              <a:t>Приватность и качество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73F37-78B7-424D-9ADF-8581A9A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110D3-2384-4267-8CEB-52EB71E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766F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72749-07CF-4DE4-B2BF-340484BE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6876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66F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24BE8-7080-4179-94E6-E8C4583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Неизвестное</a:t>
            </a:r>
          </a:p>
          <a:p xmlns:a="http://schemas.openxmlformats.org/drawingml/2006/main">
            <a: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поле — не</a:t>
            </a:r>
          </a:p>
          <a:p xmlns:a="http://schemas.openxmlformats.org/drawingml/2006/main">
            <a:pPr algn="l">
              <a:defRPr sz="3600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обещание.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70978-8526-4F96-88AA-F216A776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38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53322-7110-4FB7-A2A3-DECB5530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ЛОКАЦИЯ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9ADCA-FF30-4F4F-8A38-B2A29C16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622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GPS — только по нажатию.</a:t>
            </a:r>
          </a:p>
          <a:p xmlns:a="http://schemas.openxmlformats.org/drawingml/2006/main">
            <a: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Сервер не сохраняет точку</a:t>
            </a:r>
          </a:p>
          <a:p xmlns:a="http://schemas.openxmlformats.org/drawingml/2006/main">
            <a:pPr algn="l">
              <a:defRPr sz="1275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в каталоге POI или журнале.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08A90-8378-4027-8C9B-94AF074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ВНЕШНИЕ СЕРВИСЫ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9F34F-A6BD-40A1-9380-37A66C2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Тайлы OSM загружаются для карты.</a:t>
            </a:r>
          </a:p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ORS получает координаты маршрута.</a:t>
            </a:r>
          </a:p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Навигатор — после перехода по ссылке.</a:t>
            </a:r>
          </a:p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Внешняя LLM — только с согласия.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0BCDE-6FD3-4317-8499-9048233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19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B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4B40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4C30E-2282-4F2E-BD9E-0CD1A22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053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OSM-кэш может устареть. Часы</a:t>
            </a:r>
          </a:p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нужно перепроверить. Рейтингов нет;</a:t>
            </a:r>
          </a:p>
          <a:p xmlns:a="http://schemas.openxmlformats.org/drawingml/2006/main">
            <a:pPr algn="l">
              <a:defRPr sz="1200" b="0">
                <a:solidFill>
                  <a:srgbClr val="1D3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D302A"/>
                </a:solidFill>
                <a:latin typeface="Arial"/>
                <a:ea typeface="Arial"/>
                <a:cs typeface="Arial"/>
              </a:rPr>
              <a:t>афиша — ссылка, события не импортируются.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425403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3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F2DD2-890C-4BC3-9A09-625BE1D9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DE8C2"/>
                </a:solidFill>
                <a:latin typeface="Arial"/>
                <a:ea typeface="Arial"/>
                <a:cs typeface="Arial"/>
              </a:rPr>
              <a:t>БИЗНЕС-ИДЕЯ И ПЛАН РАЗВИТИЯ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99DA7-68B5-46E7-8B86-AD580737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прототипа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городскому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429D8-C8F9-4965-9DF1-1AAB2F02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BFBA5-71B3-4CEB-9C92-969DAF9B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63"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 для городской туристической платформы или сети локальных площадок: быстрее находить проверенные места рядом.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0BBD-02A5-45BB-95C5-5A4D965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Пока не подтверждены спрос, партнёры и модель дохода.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0E3B1-69AB-46F9-B6DE-B85D40A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47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885B1-7FE1-4CBE-95C6-CCD9F52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192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6E97A-583A-42AE-903D-991A999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219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Завершить 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CB514-C137-4E1B-BBA8-70A5D89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287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NQZ и городские POI с проверкой свежести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BFD73-5A01-4914-8601-445F3922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E6466-BF58-47C9-BBD7-8CA46D2E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Измерить качество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ED57C-0A06-4C82-A277-52365D82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860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Точки, запросы и реальные временные бюджеты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FEA31-00B2-49A6-A7D5-A553C3F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79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C59E9-9E95-41D4-8689-F61E9EC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события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75D5C-09D3-4B21-8945-7B44F80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43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Официальная афиша и аудит доступных путей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CE55C-7D7E-459B-92B2-457F4245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DE8C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DE8C2"/>
                </a:solidFill>
                <a:latin typeface="Arial"/>
                <a:ea typeface="Arial"/>
                <a:cs typeface="Arial"/>
              </a:rPr>
              <a:t>Спасибо  ·  покажем демо-сценарий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007FE-E934-4B70-8E11-54E7501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6D0"/>
                </a:solidFill>
                <a:latin typeface="Arial"/>
                <a:ea typeface="Arial"/>
                <a:cs typeface="Arial"/>
              </a:rPr>
              <a:t>QALA  ·  КЕЙС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91B50-431C-49E5-9D51-1AC7E65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38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C6D6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6D6D0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</p:spTree>
    <p:extLst>
      <p:ext uri="{BB962C8B-B14F-4D97-AF65-F5344CB8AC3E}">
        <p14:creationId xmlns:p14="http://schemas.microsoft.com/office/powerpoint/2010/main" val="1806910241"/>
      </p:ext>
    </p:extLst>
  </p:cSld>
</p:sld>
</file>

<file path=ppt/theme/theme1.xml><?xml version="1.0" encoding="utf-8"?>
<a:theme xmlns:a="http://schemas.openxmlformats.org/drawingml/2006/main" name="ChatGPT">
  <a:themeElements>
    <a:clrScheme name="Qala City Walk">
      <a:dk1>
        <a:srgbClr val="000000"/>
      </a:dk1>
      <a:lt1>
        <a:srgbClr val="FFFFFF"/>
      </a:lt1>
      <a:dk2>
        <a:srgbClr val="0D342F"/>
      </a:dk2>
      <a:lt2>
        <a:srgbClr val="F7F5EF"/>
      </a:lt2>
      <a:accent1>
        <a:srgbClr val="174B40"/>
      </a:accent1>
      <a:accent2>
        <a:srgbClr val="E87954"/>
      </a:accent2>
      <a:accent3>
        <a:srgbClr val="DDE8C2"/>
      </a:accent3>
      <a:accent4>
        <a:srgbClr val="A96F31"/>
      </a:accent4>
      <a:accent5>
        <a:srgbClr val="E8EEE7"/>
      </a:accent5>
      <a:accent6>
        <a:srgbClr val="68766F"/>
      </a:accent6>
      <a:hlink>
        <a:srgbClr val="174B40"/>
      </a:hlink>
      <a:folHlink>
        <a:srgbClr val="0D342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 City Wal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2026-10-19T18:14:02.0320000Z</dcterms:created>
  <dcterms:modified xsi:type="dcterms:W3CDTF">2026-10-19T18:14:02.0320000Z</dcterms:modified>
</coreProperties>
</file>