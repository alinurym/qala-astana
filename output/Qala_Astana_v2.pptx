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aaa9bfcab4e6e" /><Relationship Type="http://schemas.openxmlformats.org/officeDocument/2006/relationships/extended-properties" Target="/docProps/app.xml" Id="R643f659f817d4a47" /><Relationship Type="http://schemas.openxmlformats.org/officeDocument/2006/relationships/officeDocument" Target="/ppt/presentation.xml" Id="R82f1a8bff22643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c689276b140e6"/>
  </p:sldMasterIdLst>
  <p:notesMasterIdLst>
    <p:notesMasterId xmlns:r="http://schemas.openxmlformats.org/officeDocument/2006/relationships" r:id="R1f23596a9e4f4073"/>
  </p:notesMasterIdLst>
  <p:sldIdLst>
    <p:sldId xmlns:r="http://schemas.openxmlformats.org/officeDocument/2006/relationships" id="256" r:id="R93ed721c2d34417c"/>
    <p:sldId xmlns:r="http://schemas.openxmlformats.org/officeDocument/2006/relationships" id="257" r:id="R75f7997a20ff4632"/>
    <p:sldId xmlns:r="http://schemas.openxmlformats.org/officeDocument/2006/relationships" id="258" r:id="Rb44d5b705c1a4add"/>
    <p:sldId xmlns:r="http://schemas.openxmlformats.org/officeDocument/2006/relationships" id="259" r:id="R88addb86c4a44e44"/>
    <p:sldId xmlns:r="http://schemas.openxmlformats.org/officeDocument/2006/relationships" id="260" r:id="R939eac2158ee4fd8"/>
    <p:sldId xmlns:r="http://schemas.openxmlformats.org/officeDocument/2006/relationships" id="261" r:id="Raab15c96de244829"/>
    <p:sldId xmlns:r="http://schemas.openxmlformats.org/officeDocument/2006/relationships" id="262" r:id="Rbf17d639f9b649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105906aaf44c2b" /><Relationship Type="http://schemas.openxmlformats.org/officeDocument/2006/relationships/slideMaster" Target="/ppt/slideMasters/slideMaster1.xml" Id="R5cec689276b140e6" /><Relationship Type="http://schemas.openxmlformats.org/officeDocument/2006/relationships/notesMaster" Target="/ppt/notesMasters/notesMaster1.xml" Id="R1f23596a9e4f4073" /><Relationship Type="http://schemas.openxmlformats.org/officeDocument/2006/relationships/presProps" Target="/ppt/presProps.xml" Id="R32811d98eef340f2" /><Relationship Type="http://schemas.openxmlformats.org/officeDocument/2006/relationships/tableStyles" Target="/ppt/tableStyles.xml" Id="R514506be01264458" /><Relationship Type="http://schemas.openxmlformats.org/officeDocument/2006/relationships/slide" Target="/ppt/slides/slide1.xml" Id="R93ed721c2d34417c" /><Relationship Type="http://schemas.openxmlformats.org/officeDocument/2006/relationships/slide" Target="/ppt/slides/slide2.xml" Id="R75f7997a20ff4632" /><Relationship Type="http://schemas.openxmlformats.org/officeDocument/2006/relationships/slide" Target="/ppt/slides/slide3.xml" Id="Rb44d5b705c1a4add" /><Relationship Type="http://schemas.openxmlformats.org/officeDocument/2006/relationships/slide" Target="/ppt/slides/slide4.xml" Id="R88addb86c4a44e44" /><Relationship Type="http://schemas.openxmlformats.org/officeDocument/2006/relationships/slide" Target="/ppt/slides/slide5.xml" Id="R939eac2158ee4fd8" /><Relationship Type="http://schemas.openxmlformats.org/officeDocument/2006/relationships/slide" Target="/ppt/slides/slide6.xml" Id="Raab15c96de244829" /><Relationship Type="http://schemas.openxmlformats.org/officeDocument/2006/relationships/slide" Target="/ppt/slides/slide7.xml" Id="Rbf17d639f9b6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ab46b8beda41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b0cd7bfd404567" /><Relationship Type="http://schemas.openxmlformats.org/officeDocument/2006/relationships/notesMaster" Target="/ppt/notesMasters/notesMaster1.xml" Id="Rf648ed2067d7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9661144274514" /><Relationship Type="http://schemas.openxmlformats.org/officeDocument/2006/relationships/notesMaster" Target="/ppt/notesMasters/notesMaster1.xml" Id="R6d8bc489b6c841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663be866c04725" /><Relationship Type="http://schemas.openxmlformats.org/officeDocument/2006/relationships/notesMaster" Target="/ppt/notesMasters/notesMaster1.xml" Id="Ra87c8c48d06942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18a15a3ad419e" /><Relationship Type="http://schemas.openxmlformats.org/officeDocument/2006/relationships/notesMaster" Target="/ppt/notesMasters/notesMaster1.xml" Id="R04c03af03a1e44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7543bb83f442f5" /><Relationship Type="http://schemas.openxmlformats.org/officeDocument/2006/relationships/notesMaster" Target="/ppt/notesMasters/notesMaster1.xml" Id="R9d6ea779eaed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ae95b4eab74429" /><Relationship Type="http://schemas.openxmlformats.org/officeDocument/2006/relationships/notesMaster" Target="/ppt/notesMasters/notesMaster1.xml" Id="Rbc8f35435a8645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1f5c5b5bce42a5" /><Relationship Type="http://schemas.openxmlformats.org/officeDocument/2006/relationships/notesMaster" Target="/ppt/notesMasters/notesMaster1.xml" Id="R16f02e75438240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около 35 секунд. Qala помогает быстро решить, куда пройтись в Астане, когда человек уже знает свою точку и интерес. Сервис предлагает не больше трёх мест и показывает, где информация о маршруте является оценкой.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C:\Users\megumin\Downloads\Telegram Desktop\FINAL Задачи_хакатона.docx.pdf,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45 секунд. Покажите конкретную задачу: человек задаёт место старта, вводит интерес и ограничивает область поиска радиусом. Длительность можно написать в запросе, но прототип не использует её как жёсткий фильтр и не обещает уложить прогулку в указанное время.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60 секунд. Данные загружаются из OpenStreetMap и кэшируются. Локальный алгоритм сначала отбирает кандидатов по расстоянию и категории, затем ранжирует по соответствию тексту. DeepSeek Flash только переформулирует объяснение по извлечённым данным; без ключа остаётся локальный текст. OpenRouteService можно подключить отдельно, иначе путь приблизительный.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Chat Completions и модель deepseek-flash: https://api-docs.deepseek.com/api/create-chat-completion/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Models &amp; Pricing: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45 секунд. В карточках используются только поля из карты. Текстовая модель может сделать рекомендацию понятнее, но часы, доступность, отзывы или особенности заведения проверяются отдельно и не должны быть выдуманы. Когда маршрутного API нет, интерфейс маркирует расстояние и время как оценку.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50 секунд. Геолокация не запрашивается сама. Координаты нужны локальному подбору, но в DeepSeek уходят только запрос и выбранные карточки. Если настроен OpenRouteService, туда отправляются координаты и точки для матрицы маршрутов. Точные координаты не записываются в локальные журналы или кэш.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Open Platform Terms of Service: https://cdn.deepseek.com/policies/en-US/deepseek-open-platform-terms-of-service.html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55 секунд. Сценарии проверяют поиск у Байтерека, категорию кафе, детские площадки, достопримечательности, работу без API-ключа и границы передачи данных. До ручного прогона нельзя заявлять, что качество рекомендаций проверено. Результаты нужно записывать с количеством найденных POI и фактическим режимом маршрута.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Сценарии и критерии: SCENARIOS.md в проекте.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Около 55 секунд. Важно честно обозначить границы: данные могут быть неполными, маршруты приблизительными, часы не подтверждаются моделью. Следующие шаги — получить свежую базу, пройти описанные сценарии и записать короткое демо. Публичная ссылка добавляется только после того, как команда сама опубликует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задания: прикреплённый PDF, первый кейс.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aefc667b94a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5d9b19ebc4e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caabbca7441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88e94033545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e6b2f15f442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a19692b7a44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078BFE-E634-423E-ACA7-8B98DF2E2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AAE594-F86E-446C-82F7-12B36A587D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F8B3E6-FA72-4AF0-B4FA-8D00A1C8E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A138ED-F8D0-47A2-A6F6-74EA2D23DE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D822B0-59A1-428F-B381-B50AA4C587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1FA5CC-8C76-4748-9062-D0FBD0ED1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9AE0C9-F0F1-42E5-A8D0-6FAC275E76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A621BF-4196-4E27-AE7C-5377CFF9F2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96A1CA-941B-4934-9468-9A2F86E5B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D8A63B-BC39-4310-88F7-04040CCC1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994487c46e40c2" /><Relationship Type="http://schemas.openxmlformats.org/officeDocument/2006/relationships/slideLayout" Target="/ppt/slideLayouts/slideLayout1.xml" Id="R0992c1ea930c4ff5" /><Relationship Type="http://schemas.openxmlformats.org/officeDocument/2006/relationships/slideLayout" Target="/ppt/slideLayouts/slideLayout2.xml" Id="Re3a0aded7748416a" /><Relationship Type="http://schemas.openxmlformats.org/officeDocument/2006/relationships/slideLayout" Target="/ppt/slideLayouts/slideLayout3.xml" Id="Rbf9fab6139384ef5" /><Relationship Type="http://schemas.openxmlformats.org/officeDocument/2006/relationships/slideLayout" Target="/ppt/slideLayouts/slideLayout4.xml" Id="R1eb83fc30be24cf6" /><Relationship Type="http://schemas.openxmlformats.org/officeDocument/2006/relationships/slideLayout" Target="/ppt/slideLayouts/slideLayout5.xml" Id="Rca48e30e5d1e46a4" /><Relationship Type="http://schemas.openxmlformats.org/officeDocument/2006/relationships/slideLayout" Target="/ppt/slideLayouts/slideLayout6.xml" Id="R8318a21ccbe5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2c1ea930c4ff5"/>
    <p:sldLayoutId xmlns:r="http://schemas.openxmlformats.org/officeDocument/2006/relationships" id="2147483650" r:id="Re3a0aded7748416a"/>
    <p:sldLayoutId xmlns:r="http://schemas.openxmlformats.org/officeDocument/2006/relationships" id="2147483651" r:id="Rbf9fab6139384ef5"/>
    <p:sldLayoutId xmlns:r="http://schemas.openxmlformats.org/officeDocument/2006/relationships" id="2147483652" r:id="R1eb83fc30be24cf6"/>
    <p:sldLayoutId xmlns:r="http://schemas.openxmlformats.org/officeDocument/2006/relationships" id="2147483653" r:id="Rca48e30e5d1e46a4"/>
    <p:sldLayoutId xmlns:r="http://schemas.openxmlformats.org/officeDocument/2006/relationships" id="2147483654" r:id="R8318a21ccbe5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fa7bd3e7b40d6" /><Relationship Type="http://schemas.openxmlformats.org/officeDocument/2006/relationships/notesSlide" Target="/ppt/notesSlides/notesSlide1.xml" Id="Rfa3aafa06c164d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f7d79ce58b430d" /><Relationship Type="http://schemas.openxmlformats.org/officeDocument/2006/relationships/notesSlide" Target="/ppt/notesSlides/notesSlide2.xml" Id="R2d53a86e75ee4c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5b0d3ae744065" /><Relationship Type="http://schemas.openxmlformats.org/officeDocument/2006/relationships/notesSlide" Target="/ppt/notesSlides/notesSlide3.xml" Id="Ra68f8af8c3b14f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8044e346a4800" /><Relationship Type="http://schemas.openxmlformats.org/officeDocument/2006/relationships/notesSlide" Target="/ppt/notesSlides/notesSlide4.xml" Id="Rea545894f0514a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e291e0e074c92" /><Relationship Type="http://schemas.openxmlformats.org/officeDocument/2006/relationships/notesSlide" Target="/ppt/notesSlides/notesSlide5.xml" Id="R247a76c053bd4b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fcc8af0f546a3" /><Relationship Type="http://schemas.openxmlformats.org/officeDocument/2006/relationships/notesSlide" Target="/ppt/notesSlides/notesSlide6.xml" Id="Ra34a203fec764f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9f4a0e872642af" /><Relationship Type="http://schemas.openxmlformats.org/officeDocument/2006/relationships/notesSlide" Target="/ppt/notesSlides/notesSlide7.xml" Id="R259002fd36f841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B0E3D-ECEC-4687-BAFF-0206EB5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9D5C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D5CD"/>
                </a:solidFill>
                <a:latin typeface="Arial"/>
                <a:ea typeface="Arial"/>
                <a:cs typeface="Arial"/>
              </a:rPr>
              <a:t>QALA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7171E-F3A8-44B7-8F14-40966EA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9532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Прогулки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Астане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62E75-5E64-4A38-A11E-0C9D1E25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FEB"/>
                </a:solidFill>
                <a:latin typeface="Arial"/>
                <a:ea typeface="Arial"/>
                <a:cs typeface="Arial"/>
              </a:rPr>
              <a:t>Помощник, который подбирает до трёх мест</a:t>
            </a:r>
          </a:p>
          <a:p xmlns:a="http://schemas.openxmlformats.org/drawingml/2006/main">
            <a:pPr algn="l">
              <a:defRPr sz="2175" b="0">
                <a:solidFill>
                  <a:srgbClr val="E1EF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FEB"/>
                </a:solidFill>
                <a:latin typeface="Arial"/>
                <a:ea typeface="Arial"/>
                <a:cs typeface="Arial"/>
              </a:rPr>
              <a:t>рядом по точке на карте и интересу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B653F-35C2-4FC9-A67B-FACB054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A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15632-4FE4-4CCC-9611-815C61C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952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58"/>
          </a:bodyPr>
          <a:lstStyle xmlns:a="http://schemas.openxmlformats.org/drawingml/2006/main">
            <a:def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8CF60-8817-499D-B214-53C8AB5B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4E3DF"/>
                </a:solidFill>
                <a:latin typeface="Arial"/>
                <a:ea typeface="Arial"/>
                <a:cs typeface="Arial"/>
              </a:rPr>
              <a:t>места рядом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DD9BE-F7E9-4B00-AC46-266AE80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4E3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4E3DF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796387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9D676-C826-4543-9F97-2B5B937B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Сценарий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6C512-AF97-4E4E-A60C-F8942FED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9F1C4-602A-46EA-8EA1-FAEE625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8F51C-EC85-4303-BEAE-7B0662FC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«Я у Байтерека.</a:t>
            </a:r>
          </a:p>
          <a:p xmlns:a="http://schemas.openxmlformats.org/drawingml/2006/main">
            <a:pPr algn="l">
              <a:defRPr sz="39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Куда пройтись рядом?»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438EE-11A5-40BE-9F30-D5472B4C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Нужно быстро выбрать точку поблизости,</a:t>
            </a:r>
          </a:p>
          <a:p xmlns:a="http://schemas.openxmlformats.org/drawingml/2006/main">
            <a:pPr algn="l">
              <a:defRPr sz="187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не сравнивая несколько карт и справочников.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69A21-8409-4F44-97AB-6BA28ED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3AA62-78B8-484C-96C2-FD4AB93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ТОЧКА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C55ED-52BC-4F83-AB76-033F646A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на карте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85B17-280A-496F-9874-B14C9098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ИНТЕРЕС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B49D2-E59C-455F-B6B6-21A9C1C8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текстом или категорией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DEFFA-AFC9-4701-8E18-95DAB94E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РАДИУС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1492A-29A3-40B5-977F-375C172C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от 2 до 8 км</a:t>
            </a:r>
          </a:p>
        </p:txBody>
      </p:sp>
    </p:spTree>
    <p:extLst>
      <p:ext uri="{BB962C8B-B14F-4D97-AF65-F5344CB8AC3E}">
        <p14:creationId xmlns:p14="http://schemas.microsoft.com/office/powerpoint/2010/main" val="1843647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27CB9-9960-40D2-B6FE-317D3A23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Как формируется ответ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5BCB-2B97-4113-BD50-E3A6FEDD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888AB-F6D9-4F4C-864B-A762ED8A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693FB-6644-4404-9C41-B89FD21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1E16-E140-4E69-AFDC-E3AB604A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727AA-64DB-400D-B66A-E126938A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POI и их поля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224AF-70E1-4E87-BF5D-97F6AE0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EFEB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C4FB1-B568-4FF9-BDCE-33F5CB18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Локальный кэш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B9E7F-0D76-4C72-AF49-3CA3696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сбор Overpass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8D41C-7AE6-443B-9904-C75CD1E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6144F-07F2-4CE0-97CA-F76FCFA3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Поиск рядом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FAD75-3D13-4C53-94CF-0744689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08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радиус • категория •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FE19E-25A5-4D3E-BBA9-E3E0A2D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3241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1EFEB"/>
          </a:solidFill>
          <a:ln xmlns:a="http://schemas.openxmlformats.org/drawingml/2006/main" w="13335">
            <a:solidFill>
              <a:srgbClr val="CF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60804-4C3A-4777-8367-1ED91EA3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До 3 точек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668B1-0458-4BF2-B7E1-B7CB095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45"/>
          </a:bodyPr>
          <a:lstStyle xmlns:a="http://schemas.openxmlformats.org/drawingml/2006/main">
            <a:def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сортировка по совпадению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F7CFF-29D8-4F54-B1C6-D23D67A0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1FC14-7F67-4245-B565-0B88507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ACD0F-9D19-454B-B4E1-4AAEF3E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38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D2138-2730-4A4C-92C9-28E4F2D1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901F6-0830-4F83-AE28-A74854C4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DeepSeek Flash · опционально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D8521-37E6-4E8F-9AF2-C9C60AB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914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Запрос + поля выбранных POI → короткое объяснение.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Модель не выбирает места и не подтверждает новые факты.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2D5B9-1410-4169-BEF5-CEE1F31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OpenRouteService · опционально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EECD7-EAFA-4E5C-97D7-21EC0C81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+ POI → пешие расстояния и время.</a:t>
            </a:r>
          </a:p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Без ключа приложение показывает оценку пути.</a:t>
            </a:r>
          </a:p>
        </p:txBody>
      </p:sp>
    </p:spTree>
    <p:extLst>
      <p:ext uri="{BB962C8B-B14F-4D97-AF65-F5344CB8AC3E}">
        <p14:creationId xmlns:p14="http://schemas.microsoft.com/office/powerpoint/2010/main" val="1960336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DD195-BE88-4F75-8054-E8AEF53E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Что видит человек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9EF61-C537-47FD-9592-FF3C2376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67ADA-C0CC-476C-BDB4-57F64C0F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204F-F20B-4C36-B970-F49ABB71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Место и категория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C21BD-2CF7-4F77-87E3-5B6782A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Из 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43A4F-633C-44DA-B185-EC07B042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F27AD-2690-4E3F-8CA2-C5997826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Почему подходит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2282-D8BE-4F66-B848-E5FEEF40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DeepSeek по POI или локальный 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E50C9-3E79-4F68-A8EC-7FA028D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5354-1179-42DF-8DC8-CA278341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Расстояние и время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99965-1FE6-48D7-8C24-293443E1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Маршрут или оценка, явно отмеченная в интерфейсе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3F0A5-2ACB-4B50-8A27-CA6E6C4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FC6F-23AC-4C94-BC93-C089FB1B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Часы работы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298FA-180C-4A20-948D-C59E88F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Только если они есть в источнике; это не гарантия, что место открыто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8EB06-E2EF-4FAA-8DAA-A7FB0A7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8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4BAA4-4276-4CB5-A282-7FBD164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Если факта нет в данных, Qala его не добавляет.</a:t>
            </a:r>
          </a:p>
        </p:txBody>
      </p:sp>
    </p:spTree>
    <p:extLst>
      <p:ext uri="{BB962C8B-B14F-4D97-AF65-F5344CB8AC3E}">
        <p14:creationId xmlns:p14="http://schemas.microsoft.com/office/powerpoint/2010/main" val="1448728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789CE-5D4F-4C86-BC41-24A6CB16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Границы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70F93-5174-432A-BC71-B2C2468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1B3C0-4B96-4B1A-8639-D5D03B8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A1819-8B44-4E3A-8E1A-5F83CE2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ЛОКАЛЬНОЕ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83FA4-BC00-4D73-B0E8-4BA5F627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Точка пользователя</a:t>
            </a:r>
          </a:p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Запрос</a:t>
            </a:r>
          </a:p>
          <a:p xmlns:a="http://schemas.openxmlformats.org/drawingml/2006/main">
            <a:pPr algn="l">
              <a:defRPr sz="22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Локальный поиск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29CEF-BA79-416D-80AF-C130A734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9FE77-25F0-4DDF-83A2-EC59A64B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659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9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025DE-9768-4764-8368-BB1C0654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7E107-860D-4864-82DC-B17BD077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Текст запроса + выбранные POI</a:t>
            </a:r>
          </a:p>
          <a:p xmlns:a="http://schemas.openxmlformats.org/drawingml/2006/main">
            <a:pPr algn="l">
              <a:defRPr sz="19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пользователя не передаются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7B467-9E35-4A69-88DA-EF285F0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OPENROUTESERVICE · ЕСЛИ ВКЛЮЧЁН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0BEB0-4441-4CD3-B676-4A155F57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005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Координаты + POI → пешие расстояния и время маршрута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B33DE-92DB-474B-8DA5-F9544BD2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26D20-3A30-4C22-BC20-41CC57FD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Геолокация — только после нажатия. Координаты не пишутся в историю, файлы или журналы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248791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851F-F748-4A8F-89B1-7017F1C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Сценарии ручной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7506D-DA0A-422B-B8F1-AF13E0D5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0F9C6-5001-4100-997A-C67F6EEA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310DB-9062-4FBD-BD5A-33804537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Короткая прогулка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A047A-0516-49A9-B148-78CE35D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240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Байтерек · 2 км · оценка пути подписана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D9461-7F4B-4A84-A9F5-39F9059D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F20DF-2977-4FD2-90C2-8A3CE63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Кофе поблизости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40DA9-6713-4606-9E98-344B46D1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479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Фильтр кафе · без выдуманных Wi‑Fi и тишины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8B85D-03AD-4A68-AEE6-02759E2B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F6CB8-67B0-4B83-AEE7-71C4FE6A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С ребёнком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7F3E6-5972-4FC7-9B93-0881DB97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718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Площадки из карты или честный пустой результат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C7268-2B77-453E-9B87-35351544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E4077-6DD0-4561-92D6-967BFCE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Интересные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BBE81-546A-49DD-B144-F3637ED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Памятники, виды и объекты искусства из POI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07C48-34C3-4B02-BB9C-895BB0C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4D47D-C865-490B-834C-97B0DEB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Запуск без ключа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33839-7AB9-48F6-8FCC-C045DF21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Поиск работает в демо-режиме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B06A5-F247-48F3-BC04-FAF881C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400F2-8BFE-44AE-AB0C-DE26610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Приватность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E5E55-BE97-43E3-A71F-906E334A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43525"/>
            <a:ext cx="747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Проверить ручную точку и геолокацию после нажатия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5EF5C-18A4-4C97-994C-FCBF567E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01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FD9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DD08D-DE3B-45BB-AA62-B77A3CD3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44D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D3F"/>
                </a:solidFill>
                <a:latin typeface="Arial"/>
                <a:ea typeface="Arial"/>
                <a:cs typeface="Arial"/>
              </a:rPr>
              <a:t>Это план прогона, не заявленные результаты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1296701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9385F-2A45-4FE4-98E2-98D9183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825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A845E-C16C-4F26-AA6B-EA471F26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C3CEC-F8B5-4C2F-9582-A4AEA76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CAD1F-6B32-4B43-AB50-70CCAF9D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97171-5E51-4B71-853A-506F49AF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953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Покрытие — центр Астаны, Expo и Mega Silk Way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Полнота сведений зависит от OpenStreetMap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Без ORS путь приблизительный</a:t>
            </a:r>
          </a:p>
          <a:p xmlns:a="http://schemas.openxmlformats.org/drawingml/2006/main">
            <a:pPr algn="l">
              <a:defRPr sz="1800" b="0">
                <a:solidFill>
                  <a:srgbClr val="1828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825"/>
                </a:solidFill>
                <a:latin typeface="Arial"/>
                <a:ea typeface="Arial"/>
                <a:cs typeface="Arial"/>
              </a:rPr>
              <a:t>• Часы работы нужно сверять на месте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74F06-3D18-4A47-BE7F-779A0762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0" cy="346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9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DA894-999C-4991-B186-72F5D0F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36F"/>
                </a:solidFill>
                <a:latin typeface="Arial"/>
                <a:ea typeface="Arial"/>
                <a:cs typeface="Arial"/>
              </a:rPr>
              <a:t>ПЕРЕД СДАЧЕЙ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43AA5-7456-4A5D-A300-2F2A765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572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1. Загрузить свежие POI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2. Пройти сценарии и записать замечания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3. Проверить карту и маршрут на точках демо</a:t>
            </a:r>
          </a:p>
          <a:p xmlns:a="http://schemas.openxmlformats.org/drawingml/2006/main">
            <a:pPr algn="l">
              <a:defRPr sz="1725" b="1">
                <a:solidFill>
                  <a:srgbClr val="123F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F37"/>
                </a:solidFill>
                <a:latin typeface="Arial"/>
                <a:ea typeface="Arial"/>
                <a:cs typeface="Arial"/>
              </a:rPr>
              <a:t>4. Записать выступление на 5–7 минут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98F1B-AFCA-4DE2-BC2F-82560DAE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49C18-E1B2-4F1B-9D1B-656A7EC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3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36F"/>
                </a:solidFill>
                <a:latin typeface="Arial"/>
                <a:ea typeface="Arial"/>
                <a:cs typeface="Arial"/>
              </a:rPr>
              <a:t>Публичная ссылка на видео появится после записи и загрузки командой.</a:t>
            </a:r>
          </a:p>
        </p:txBody>
      </p:sp>
    </p:spTree>
    <p:extLst>
      <p:ext uri="{BB962C8B-B14F-4D97-AF65-F5344CB8AC3E}">
        <p14:creationId xmlns:p14="http://schemas.microsoft.com/office/powerpoint/2010/main" val="805357798"/>
      </p:ext>
    </p:extLst>
  </p:cSld>
</p:sld>
</file>

<file path=ppt/theme/theme1.xml><?xml version="1.0" encoding="utf-8"?>
<a:theme xmlns:a="http://schemas.openxmlformats.org/drawingml/2006/main" name="ChatGPT">
  <a:themeElements>
    <a:clrScheme name="Qala">
      <a:dk1>
        <a:srgbClr val="000000"/>
      </a:dk1>
      <a:lt1>
        <a:srgbClr val="FFFFFF"/>
      </a:lt1>
      <a:dk2>
        <a:srgbClr val="123F37"/>
      </a:dk2>
      <a:lt2>
        <a:srgbClr val="E1EFEB"/>
      </a:lt2>
      <a:accent1>
        <a:srgbClr val="16594D"/>
      </a:accent1>
      <a:accent2>
        <a:srgbClr val="D6A255"/>
      </a:accent2>
      <a:accent3>
        <a:srgbClr val="DCECF0"/>
      </a:accent3>
      <a:accent4>
        <a:srgbClr val="A44D3F"/>
      </a:accent4>
      <a:accent5>
        <a:srgbClr val="B9D5CD"/>
      </a:accent5>
      <a:accent6>
        <a:srgbClr val="65736F"/>
      </a:accent6>
      <a:hlink>
        <a:srgbClr val="16594D"/>
      </a:hlink>
      <a:folHlink>
        <a:srgbClr val="123F37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al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2026-10-19T11:04:47.3490000Z</dcterms:created>
  <dcterms:modified xsi:type="dcterms:W3CDTF">2026-10-19T11:04:47.3490000Z</dcterms:modified>
</coreProperties>
</file>