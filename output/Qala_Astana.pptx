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d8b09d2f1e4f14" /><Relationship Type="http://schemas.openxmlformats.org/officeDocument/2006/relationships/extended-properties" Target="/docProps/app.xml" Id="R8cb2e49b23a145fc" /><Relationship Type="http://schemas.openxmlformats.org/officeDocument/2006/relationships/officeDocument" Target="/ppt/presentation.xml" Id="R27389d33f20345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f19606f0f4cab"/>
  </p:sldMasterIdLst>
  <p:notesMasterIdLst>
    <p:notesMasterId xmlns:r="http://schemas.openxmlformats.org/officeDocument/2006/relationships" r:id="R4fe639f9f3d84820"/>
  </p:notesMasterIdLst>
  <p:sldIdLst>
    <p:sldId xmlns:r="http://schemas.openxmlformats.org/officeDocument/2006/relationships" id="256" r:id="R1f1c3194bf214772"/>
    <p:sldId xmlns:r="http://schemas.openxmlformats.org/officeDocument/2006/relationships" id="257" r:id="Rbd2d2d64936848d3"/>
    <p:sldId xmlns:r="http://schemas.openxmlformats.org/officeDocument/2006/relationships" id="258" r:id="Ra2b081990ac84018"/>
    <p:sldId xmlns:r="http://schemas.openxmlformats.org/officeDocument/2006/relationships" id="259" r:id="R4dca65cd05ec48d8"/>
    <p:sldId xmlns:r="http://schemas.openxmlformats.org/officeDocument/2006/relationships" id="260" r:id="Rae315f8a20b54c54"/>
    <p:sldId xmlns:r="http://schemas.openxmlformats.org/officeDocument/2006/relationships" id="261" r:id="R7c3f9b54a5b24934"/>
    <p:sldId xmlns:r="http://schemas.openxmlformats.org/officeDocument/2006/relationships" id="262" r:id="Rfb855afc66f343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eecc82d88f4d58" /><Relationship Type="http://schemas.openxmlformats.org/officeDocument/2006/relationships/slideMaster" Target="/ppt/slideMasters/slideMaster1.xml" Id="Rd27f19606f0f4cab" /><Relationship Type="http://schemas.openxmlformats.org/officeDocument/2006/relationships/notesMaster" Target="/ppt/notesMasters/notesMaster1.xml" Id="R4fe639f9f3d84820" /><Relationship Type="http://schemas.openxmlformats.org/officeDocument/2006/relationships/presProps" Target="/ppt/presProps.xml" Id="R4fc0146e940b4856" /><Relationship Type="http://schemas.openxmlformats.org/officeDocument/2006/relationships/tableStyles" Target="/ppt/tableStyles.xml" Id="R2b13930eadb348de" /><Relationship Type="http://schemas.openxmlformats.org/officeDocument/2006/relationships/slide" Target="/ppt/slides/slide1.xml" Id="R1f1c3194bf214772" /><Relationship Type="http://schemas.openxmlformats.org/officeDocument/2006/relationships/slide" Target="/ppt/slides/slide2.xml" Id="Rbd2d2d64936848d3" /><Relationship Type="http://schemas.openxmlformats.org/officeDocument/2006/relationships/slide" Target="/ppt/slides/slide3.xml" Id="Ra2b081990ac84018" /><Relationship Type="http://schemas.openxmlformats.org/officeDocument/2006/relationships/slide" Target="/ppt/slides/slide4.xml" Id="R4dca65cd05ec48d8" /><Relationship Type="http://schemas.openxmlformats.org/officeDocument/2006/relationships/slide" Target="/ppt/slides/slide5.xml" Id="Rae315f8a20b54c54" /><Relationship Type="http://schemas.openxmlformats.org/officeDocument/2006/relationships/slide" Target="/ppt/slides/slide6.xml" Id="R7c3f9b54a5b24934" /><Relationship Type="http://schemas.openxmlformats.org/officeDocument/2006/relationships/slide" Target="/ppt/slides/slide7.xml" Id="Rfb855afc66f3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9ad2a67b7b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Qala">
      <a:dk1>
        <a:srgbClr val="000000"/>
      </a:dk1>
      <a:lt1>
        <a:srgbClr val="FFFFFF"/>
      </a:lt1>
      <a:dk2>
        <a:srgbClr val="123F37"/>
      </a:dk2>
      <a:lt2>
        <a:srgbClr val="E1EFEB"/>
      </a:lt2>
      <a:accent1>
        <a:srgbClr val="16594D"/>
      </a:accent1>
      <a:accent2>
        <a:srgbClr val="D6A255"/>
      </a:accent2>
      <a:accent3>
        <a:srgbClr val="DCECF0"/>
      </a:accent3>
      <a:accent4>
        <a:srgbClr val="A44D3F"/>
      </a:accent4>
      <a:accent5>
        <a:srgbClr val="B9D5CD"/>
      </a:accent5>
      <a:accent6>
        <a:srgbClr val="65736F"/>
      </a:accent6>
      <a:hlink>
        <a:srgbClr val="16594D"/>
      </a:hlink>
      <a:folHlink>
        <a:srgbClr val="123F3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845a372b6f4825" /><Relationship Type="http://schemas.openxmlformats.org/officeDocument/2006/relationships/notesMaster" Target="/ppt/notesMasters/notesMaster1.xml" Id="Rb500394bd7a848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0a51fa5a774562" /><Relationship Type="http://schemas.openxmlformats.org/officeDocument/2006/relationships/notesMaster" Target="/ppt/notesMasters/notesMaster1.xml" Id="R3c2112f8d80b44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e3ce04bf84d70" /><Relationship Type="http://schemas.openxmlformats.org/officeDocument/2006/relationships/notesMaster" Target="/ppt/notesMasters/notesMaster1.xml" Id="R2d42906ff3de43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36dade806243c1" /><Relationship Type="http://schemas.openxmlformats.org/officeDocument/2006/relationships/notesMaster" Target="/ppt/notesMasters/notesMaster1.xml" Id="R7aa945ed71194b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e32e5579aa4cf1" /><Relationship Type="http://schemas.openxmlformats.org/officeDocument/2006/relationships/notesMaster" Target="/ppt/notesMasters/notesMaster1.xml" Id="R8cf92a36608c43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aef03b9feb4618" /><Relationship Type="http://schemas.openxmlformats.org/officeDocument/2006/relationships/notesMaster" Target="/ppt/notesMasters/notesMaster1.xml" Id="R27886bcc1d23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a9195a6e734d83" /><Relationship Type="http://schemas.openxmlformats.org/officeDocument/2006/relationships/notesMaster" Target="/ppt/notesMasters/notesMaster1.xml" Id="Ref73ba3dadf84f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около 35 секунд. Qala помогает быстро решить, куда пройтись в Астане, когда человек уже знает свою точку и интерес. Сервис предлагает не больше трёх мест и показывает, где информация о маршруте является оценкой.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C:\Users\megumin\Downloads\Telegram Desktop\FINAL Задачи_хакатона.docx.pdf,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45 секунд. Покажите конкретную задачу: человек задаёт место старта, вводит интерес и ограничивает область поиска радиусом. Длительность можно написать в запросе, но прототип не использует её как жёсткий фильтр и не обещает уложить прогулку в указанное время.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60 секунд. Данные загружаются из OpenStreetMap и кэшируются. Локальный алгоритм сначала отбирает кандидатов по расстоянию и категории, затем ранжирует по соответствию тексту. DeepSeek Flash только переформулирует объяснение по извлечённым данным; без ключа остаётся локальный текст. OpenRouteService можно подключить отдельно, иначе путь приблизительный.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Chat Completions и модель deepseek-flash: https://api-docs.deepseek.com/api/create-chat-completion/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Models &amp; Pricing: https://api-docs.deepseek.com/quick_start/pricing/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45 секунд. В карточках используются только поля из карты. Текстовая модель может сделать рекомендацию понятнее, но часы, доступность, отзывы или особенности заведения проверяются отдельно и не должны быть выдуманы. Когда маршрутного API нет, интерфейс маркирует расстояние и время как оценку.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50 секунд. Геолокация не запрашивается сама. Координаты нужны локальному подбору, но в DeepSeek уходят только запрос и выбранные карточки. Если настроен OpenRouteService, туда отправляются координаты и точки для матрицы маршрутов. Точные координаты не записываются в локальные журналы или кэш.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Open Platform Terms of Service: https://cdn.deepseek.com/policies/en-US/deepseek-open-platform-terms-of-service.html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55 секунд. Сценарии проверяют поиск у Байтерека, категорию кафе, детские площадки, достопримечательности, работу без API-ключа и границы передачи данных. До ручного прогона нельзя заявлять, что качество рекомендаций проверено. Результаты нужно записывать с количеством найденных POI и фактическим режимом маршрута.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Сценарии и критерии: SCENARIOS.md в проекте.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55 секунд. Важно честно обозначить границы: данные могут быть неполными, маршруты приблизительными, часы не подтверждаются моделью. Следующие шаги — получить свежую базу, пройти описанные сценарии и записать короткое демо. Публичная ссылка добавляется только после того, как команда сама опубликует запись.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64e51854f43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3eef40abf42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633942cd149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ac8a5b4ba45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87893119b48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8211e172641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4F0D34-296C-4031-BBD2-4A04609195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BAD109-5BBC-414A-8FEF-8547563160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A9C9FF-1860-4C95-ABFC-2F88C7BB17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426764-09AE-49A0-9AF9-58000876A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C5D56C-4CF9-43F2-8363-45DCAC9F6D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391BBD-7BE4-49D6-84D0-0745DD8B37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A7949C-A0C6-4AF9-BF38-B59BAB7983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D4E447-7716-460C-A4AF-CC21E6129C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8831F2-2416-4B5D-99C5-B33644FDE2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8EFC7F-4602-400D-AEBF-B5BE2C0DB1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ff5ac6d2564471" /><Relationship Type="http://schemas.openxmlformats.org/officeDocument/2006/relationships/slideLayout" Target="/ppt/slideLayouts/slideLayout1.xml" Id="R7eaa4055cd784c0c" /><Relationship Type="http://schemas.openxmlformats.org/officeDocument/2006/relationships/slideLayout" Target="/ppt/slideLayouts/slideLayout2.xml" Id="R162ead087be14375" /><Relationship Type="http://schemas.openxmlformats.org/officeDocument/2006/relationships/slideLayout" Target="/ppt/slideLayouts/slideLayout3.xml" Id="Re3711001fa5a46cb" /><Relationship Type="http://schemas.openxmlformats.org/officeDocument/2006/relationships/slideLayout" Target="/ppt/slideLayouts/slideLayout4.xml" Id="R4b254dd9ba3946ac" /><Relationship Type="http://schemas.openxmlformats.org/officeDocument/2006/relationships/slideLayout" Target="/ppt/slideLayouts/slideLayout5.xml" Id="R301e78e12bc54b1e" /><Relationship Type="http://schemas.openxmlformats.org/officeDocument/2006/relationships/slideLayout" Target="/ppt/slideLayouts/slideLayout6.xml" Id="Rc4a39e58eb9c4b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aa4055cd784c0c"/>
    <p:sldLayoutId xmlns:r="http://schemas.openxmlformats.org/officeDocument/2006/relationships" id="2147483650" r:id="R162ead087be14375"/>
    <p:sldLayoutId xmlns:r="http://schemas.openxmlformats.org/officeDocument/2006/relationships" id="2147483651" r:id="Re3711001fa5a46cb"/>
    <p:sldLayoutId xmlns:r="http://schemas.openxmlformats.org/officeDocument/2006/relationships" id="2147483652" r:id="R4b254dd9ba3946ac"/>
    <p:sldLayoutId xmlns:r="http://schemas.openxmlformats.org/officeDocument/2006/relationships" id="2147483653" r:id="R301e78e12bc54b1e"/>
    <p:sldLayoutId xmlns:r="http://schemas.openxmlformats.org/officeDocument/2006/relationships" id="2147483654" r:id="Rc4a39e58eb9c4b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Qala">
      <a:dk1>
        <a:srgbClr val="000000"/>
      </a:dk1>
      <a:lt1>
        <a:srgbClr val="FFFFFF"/>
      </a:lt1>
      <a:dk2>
        <a:srgbClr val="123F37"/>
      </a:dk2>
      <a:lt2>
        <a:srgbClr val="E1EFEB"/>
      </a:lt2>
      <a:accent1>
        <a:srgbClr val="16594D"/>
      </a:accent1>
      <a:accent2>
        <a:srgbClr val="D6A255"/>
      </a:accent2>
      <a:accent3>
        <a:srgbClr val="DCECF0"/>
      </a:accent3>
      <a:accent4>
        <a:srgbClr val="A44D3F"/>
      </a:accent4>
      <a:accent5>
        <a:srgbClr val="B9D5CD"/>
      </a:accent5>
      <a:accent6>
        <a:srgbClr val="65736F"/>
      </a:accent6>
      <a:hlink>
        <a:srgbClr val="16594D"/>
      </a:hlink>
      <a:folHlink>
        <a:srgbClr val="123F3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89bb8209e479b" /><Relationship Type="http://schemas.openxmlformats.org/officeDocument/2006/relationships/notesSlide" Target="/ppt/notesSlides/notesSlide1.xml" Id="R24f74888af524c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980efb8e844ac" /><Relationship Type="http://schemas.openxmlformats.org/officeDocument/2006/relationships/notesSlide" Target="/ppt/notesSlides/notesSlide2.xml" Id="Rfde3b6603fb748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51724fbc14348" /><Relationship Type="http://schemas.openxmlformats.org/officeDocument/2006/relationships/notesSlide" Target="/ppt/notesSlides/notesSlide3.xml" Id="R02c411f0d06c47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c6b73c8f044da" /><Relationship Type="http://schemas.openxmlformats.org/officeDocument/2006/relationships/notesSlide" Target="/ppt/notesSlides/notesSlide4.xml" Id="Rc50d4381747c49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c6358b61b42e5" /><Relationship Type="http://schemas.openxmlformats.org/officeDocument/2006/relationships/notesSlide" Target="/ppt/notesSlides/notesSlide5.xml" Id="Rd20fb866ce0a44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b5e191b9c4c49" /><Relationship Type="http://schemas.openxmlformats.org/officeDocument/2006/relationships/notesSlide" Target="/ppt/notesSlides/notesSlide6.xml" Id="R2e8ae92320474c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e95ca728f4c17" /><Relationship Type="http://schemas.openxmlformats.org/officeDocument/2006/relationships/notesSlide" Target="/ppt/notesSlides/notesSlide7.xml" Id="R81dbe9008aee47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F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525A2-B212-469B-B149-A5EADD00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D5CD"/>
                </a:solidFill>
                <a:latin typeface="Arial"/>
                <a:ea typeface="Arial"/>
                <a:cs typeface="Arial"/>
              </a:rPr>
              <a:t>QALA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CF43-115C-41EA-8F59-95891A57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95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Прогулки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Астане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4A72D-E348-447A-A02B-330F47C4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FEB"/>
                </a:solidFill>
                <a:latin typeface="Arial"/>
                <a:ea typeface="Arial"/>
                <a:cs typeface="Arial"/>
              </a:rPr>
              <a:t>Помощник, который подбирает до трёх мест</a:t>
            </a:r>
          </a:p>
          <a:p xmlns:a="http://schemas.openxmlformats.org/drawingml/2006/main">
            <a: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FEB"/>
                </a:solidFill>
                <a:latin typeface="Arial"/>
                <a:ea typeface="Arial"/>
                <a:cs typeface="Arial"/>
              </a:rPr>
              <a:t>рядом по точке на карте и интересу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FDF65-A1C6-4BA8-A03E-6EBA9FC8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D5938-5FFD-48C7-8D01-0237B890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52600"/>
            <a:ext cx="1952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58"/>
          </a:bodyPr>
          <a:lstStyle xmlns:a="http://schemas.openxmlformats.org/drawingml/2006/main">
            <a:def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74F82-33FA-4944-B454-A0994244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4E3DF"/>
                </a:solidFill>
                <a:latin typeface="Arial"/>
                <a:ea typeface="Arial"/>
                <a:cs typeface="Arial"/>
              </a:rPr>
              <a:t>места рядом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6B4C6-E0A5-4C93-9A1A-A5DB1169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4E3DF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656992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75EEA-072D-42DE-AF63-8CEEECEF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Сценарий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D49DB-E314-4BF2-A41D-DA48040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1748A-B36F-4A7C-A852-8B0AD680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E9829-1EAA-4A0C-9851-D0674EF4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«Я у Байтерека.</a:t>
            </a:r>
          </a:p>
          <a:p xmlns:a="http://schemas.openxmlformats.org/drawingml/2006/main">
            <a: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Куда пройтись рядом?»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F3BE0-46CA-44BA-A1B2-166CAA0B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Нужно быстро выбрать точку поблизости,</a:t>
            </a:r>
          </a:p>
          <a:p xmlns:a="http://schemas.openxmlformats.org/drawingml/2006/main">
            <a: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не сравнивая несколько карт и справочников.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750F7-5E2B-439E-981B-788FC2AD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51F62-601F-406D-853D-9805460B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ТОЧКА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407B3-4D27-4034-893C-AC2FEDDE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на карте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2F323-255F-4358-A817-E5DC5505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ИНТЕРЕС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31AE9-9B31-4EE2-88A6-6A8EBDE4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текстом или категорией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725D8-4595-418B-BCE1-246768D5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РАДИУС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80A21-B304-45BC-ABA5-B4C58D99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387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от 2 до 8 км</a:t>
            </a:r>
          </a:p>
        </p:txBody>
      </p:sp>
    </p:spTree>
    <p:extLst>
      <p:ext uri="{BB962C8B-B14F-4D97-AF65-F5344CB8AC3E}">
        <p14:creationId xmlns:p14="http://schemas.microsoft.com/office/powerpoint/2010/main" val="1043343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555ED-C16E-4ADD-8ECE-C4347DEA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Как формируется ответ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B5924-087B-41B9-B894-1E9BA8A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9CBDD-9AB4-439C-A499-7A36BBCC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FC9E2-08A7-4CF5-8533-24542F91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68C4D-FF63-45BE-B354-BA3A0BA8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OpenStreetMap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B7D41-3495-42A3-8298-E45F7E7E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POI и их поля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92575-87A5-4E77-9ADE-9D57ABEE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1EFEB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C6C0B-DCE8-4D5A-A612-9DCF67AE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Локальный кэш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E06FD-1320-4B1C-AFD1-A847ED3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сбор Overpass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FF987-7C7E-427F-AA70-2DCB43A0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8C36A-0118-4A46-8389-5C816C02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Поиск рядом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A99BB-BFCE-4D4A-880B-0CBE4A40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08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радиус • категория • 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596E1-3582-402B-95DE-CA24829E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1EFEB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766F9-109F-4BC6-9110-0282BB0E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До 3 точек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AD738-C509-40AF-8BAF-2A0554F0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45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сортировка по совпадению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176A1-F621-4807-90AE-40C1A789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8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A23FA-D0F7-405A-862C-4D58BBAF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38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D80F8-E23C-476D-A30A-D6027E52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38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F8719-A86B-4A7F-94BC-5EEC25A6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433C6-D0BC-4DD1-956F-23A1B918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DeepSeek Flash · опционально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9116B-4FC1-49F1-9882-90C2A17F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914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Запрос + поля выбранных POI → короткое объяснение.</a:t>
            </a:r>
          </a:p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Модель не выбирает места и не подтверждает новые факты.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65A6D-34B3-4B83-BC89-C3F741BA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OpenRouteService · опционально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BDB13-94BE-4C9E-821E-E230335C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5000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Координаты + POI → пешие расстояния и время.</a:t>
            </a:r>
          </a:p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Без ключа приложение показывает оценку пути.</a:t>
            </a:r>
          </a:p>
        </p:txBody>
      </p:sp>
    </p:spTree>
    <p:extLst>
      <p:ext uri="{BB962C8B-B14F-4D97-AF65-F5344CB8AC3E}">
        <p14:creationId xmlns:p14="http://schemas.microsoft.com/office/powerpoint/2010/main" val="1824076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C9B1F-8191-4D3A-9A1E-511360D8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Что видит человек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1927C-C4D9-4783-91AA-F0016A4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43783-83A8-49D9-A157-BF806B6D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21268-84AA-495F-844F-3E91D6EB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Место и категория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C6BF4-9523-43B9-A48C-E032412C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Из OpenStreetMap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311CD-4886-49B1-A791-45FCE3CB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B5753-9F45-4F16-AAC4-904D7C9A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Почему подходит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749DA-65AC-4E6D-9CD6-A28B81B1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DeepSeek по POI или локальный 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E4D79-654A-4BB6-A55A-0C5D1DC9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AA816-D514-44A1-8692-DC43CC31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Расстояние и время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2A146-09FF-463F-9D0E-3D1455B9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24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Маршрут или оценка, явно отмеченная в интерфейсе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DE9EA-1CFC-492D-BD94-51544CD4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90407-13B9-4C56-ABC6-7C6F9124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Часы работы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BD4AD-7C31-459B-B064-AA2106CC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Только если они есть в источнике; это не гарантия, что место открыто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ACFCE-E437-4DE4-AF73-1E5FDD31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D7336-2A02-46AF-9BE4-9477ECC3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Если факта нет в данных, Qala его не добавляет.</a:t>
            </a:r>
          </a:p>
        </p:txBody>
      </p:sp>
    </p:spTree>
    <p:extLst>
      <p:ext uri="{BB962C8B-B14F-4D97-AF65-F5344CB8AC3E}">
        <p14:creationId xmlns:p14="http://schemas.microsoft.com/office/powerpoint/2010/main" val="1384041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F495F-5658-46B2-A1E6-7ED9B130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Границы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9B073-394A-46CA-9366-ABC0C4BF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B9396-89A1-467B-84B9-C0F68203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5E75C-9CA2-4DEA-A70E-4A10F15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ЛОКАЛЬНОЕ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49A48-D1F8-41E0-8F4C-3C40CF99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Точка пользователя</a:t>
            </a:r>
          </a:p>
          <a:p xmlns:a="http://schemas.openxmlformats.org/drawingml/2006/main">
            <a: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Запрос</a:t>
            </a:r>
          </a:p>
          <a:p xmlns:a="http://schemas.openxmlformats.org/drawingml/2006/main">
            <a: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Локальный поиск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3224F-2893-4604-839B-79F7BB0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19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91536-147D-4CF3-83D0-CB672F4B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DEEPSEEK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1581C-BEC4-4D32-A777-9DCAEFEA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3476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>
            <a:def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Текст запроса</a:t>
            </a:r>
          </a:p>
          <a:p xmlns:a="http://schemas.openxmlformats.org/drawingml/2006/main">
            <a: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Выбранные POI</a:t>
            </a:r>
          </a:p>
          <a:p xmlns:a="http://schemas.openxmlformats.org/drawingml/2006/main">
            <a:pPr algn="l">
              <a:defRPr sz="2025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Без координат пользователя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C2348-2993-46E4-A29F-D7BA1EF3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28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КООРДИНАТЫ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0E013-7A08-42FA-8869-97CC709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47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В OpenRouteService</a:t>
            </a:r>
          </a:p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только если включён</a:t>
            </a:r>
          </a:p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расчёт маршрута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FA768-DAC5-48AD-A46B-43A96D35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665B9-6312-49DB-88AE-3431039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Геолокация — только после нажатия. Координаты не пишутся в историю, файлы или журналы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143250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B67D1-2EF1-4947-A7FD-42B98495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Сценарии ручной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DB48F-39F5-41F5-BD97-4C60AB81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FD200-3E98-4C26-BD04-0DA44DDC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8E510-5813-4091-97BE-91E2BA2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Короткая прогулка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6E165-F747-419B-A777-8635AC8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240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Байтерек · 2 км · оценка пути подписана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BE9B2-B432-41DC-A1EA-D1A47323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4F373-074F-49C6-8333-35A96F99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Кофе поблизости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6048A-0047-4B34-9261-05B1001C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479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Фильтр кафе · без выдуманных Wi‑Fi и тишины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3AB19-711F-4A6F-8B69-A3F1955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D40D8-0CAF-4A84-9853-4327B48A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С ребёнком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C9F6A-F937-4990-8C56-6495A0A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718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Площадки из карты или честный пустой результат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3FA24-DE93-45CD-AB01-4FFFB4F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D095C-AF8F-4CE5-ACA3-A5C9C918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Интересные места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ADE14-1DF9-494B-ACF0-8159EF00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957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Памятники, виды и объекты искусства из POI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8E544-4609-462C-9F83-ACC763FC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80ABF-040A-4AF8-830D-17494E60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Запуск без ключа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5F4AD-3442-4695-A1FF-5139AD8B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Поиск работает в демо-режиме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5D7C7-8A36-40B4-B22D-59F627C9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AB7D7-BADD-41E1-B62A-367FC64B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Приватность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77650-DBF7-4496-B033-2F7C7BDA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435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Проверить ручную точку и геолокацию после нажатия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63781-0D0B-4F11-9E80-13CE7B1D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0940C-996D-4DB1-9DFA-CEC5DAA9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29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D3F"/>
                </a:solidFill>
                <a:latin typeface="Arial"/>
                <a:ea typeface="Arial"/>
                <a:cs typeface="Arial"/>
              </a:rPr>
              <a:t>Это план прогона, не заявленные результаты испытаний.</a:t>
            </a:r>
          </a:p>
        </p:txBody>
      </p:sp>
    </p:spTree>
    <p:extLst>
      <p:ext uri="{BB962C8B-B14F-4D97-AF65-F5344CB8AC3E}">
        <p14:creationId xmlns:p14="http://schemas.microsoft.com/office/powerpoint/2010/main" val="1389975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B53A7-EBC3-4F1C-AE5F-7AD392AA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Границы прототипа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382AB-6F30-43BB-855A-62416003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ACC03-3F47-41A4-B1B0-3FA37EDD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55835-E42B-42EC-B86C-22B16F6D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130FA-1C53-4975-928D-6176A32D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953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Покрытие — центр Астаны, Expo и Mega Silk Way</a:t>
            </a:r>
          </a:p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Полнота сведений зависит от OpenStreetMap</a:t>
            </a:r>
          </a:p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Без ORS путь приблизительный</a:t>
            </a:r>
          </a:p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Часы работы нужно сверять на месте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9D2F3-A353-4AF4-B827-11549291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0" cy="3467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6344B-4EEA-4067-90EC-080DF248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ПЕРЕД СДАЧЕЙ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DB324-2DA0-4A74-B3D8-484967C3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572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1. Загрузить свежие POI</a:t>
            </a:r>
          </a:p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2. Пройти сценарии и записать замечания</a:t>
            </a:r>
          </a:p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3. Проверить карту и маршрут на точках демо</a:t>
            </a:r>
          </a:p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4. Записать выступление на 5–7 минут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BA93B-5896-4D47-9754-67682920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3641C-383C-4BCB-9BCD-030ED4E8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Публичная ссылка на видео появится после записи и загрузки командой.</a:t>
            </a:r>
          </a:p>
        </p:txBody>
      </p:sp>
    </p:spTree>
    <p:extLst>
      <p:ext uri="{BB962C8B-B14F-4D97-AF65-F5344CB8AC3E}">
        <p14:creationId xmlns:p14="http://schemas.microsoft.com/office/powerpoint/2010/main" val="860249675"/>
      </p:ext>
    </p:extLst>
  </p:cSld>
</p:sld>
</file>

<file path=ppt/theme/theme1.xml><?xml version="1.0" encoding="utf-8"?>
<a:theme xmlns:a="http://schemas.openxmlformats.org/drawingml/2006/main" name="ChatGPT">
  <a:themeElements>
    <a:clrScheme name="Qala">
      <a:dk1>
        <a:srgbClr val="000000"/>
      </a:dk1>
      <a:lt1>
        <a:srgbClr val="FFFFFF"/>
      </a:lt1>
      <a:dk2>
        <a:srgbClr val="123F37"/>
      </a:dk2>
      <a:lt2>
        <a:srgbClr val="E1EFEB"/>
      </a:lt2>
      <a:accent1>
        <a:srgbClr val="16594D"/>
      </a:accent1>
      <a:accent2>
        <a:srgbClr val="D6A255"/>
      </a:accent2>
      <a:accent3>
        <a:srgbClr val="DCECF0"/>
      </a:accent3>
      <a:accent4>
        <a:srgbClr val="A44D3F"/>
      </a:accent4>
      <a:accent5>
        <a:srgbClr val="B9D5CD"/>
      </a:accent5>
      <a:accent6>
        <a:srgbClr val="65736F"/>
      </a:accent6>
      <a:hlink>
        <a:srgbClr val="16594D"/>
      </a:hlink>
      <a:folHlink>
        <a:srgbClr val="123F3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2026-10-19T11:03:40.0150000Z</dcterms:created>
  <dcterms:modified xsi:type="dcterms:W3CDTF">2026-10-19T11:03:40.0150000Z</dcterms:modified>
</coreProperties>
</file>