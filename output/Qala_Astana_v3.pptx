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e446c5b2814e74" /><Relationship Type="http://schemas.openxmlformats.org/officeDocument/2006/relationships/extended-properties" Target="/docProps/app.xml" Id="R6e8dfd237ad440c3" /><Relationship Type="http://schemas.openxmlformats.org/officeDocument/2006/relationships/officeDocument" Target="/ppt/presentation.xml" Id="Rb0107b2214d84d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1891fd7f26483c"/>
  </p:sldMasterIdLst>
  <p:notesMasterIdLst>
    <p:notesMasterId xmlns:r="http://schemas.openxmlformats.org/officeDocument/2006/relationships" r:id="Rf57e4e9dd92c4b22"/>
  </p:notesMasterIdLst>
  <p:sldIdLst>
    <p:sldId xmlns:r="http://schemas.openxmlformats.org/officeDocument/2006/relationships" id="256" r:id="R8fe127a4736c44e8"/>
    <p:sldId xmlns:r="http://schemas.openxmlformats.org/officeDocument/2006/relationships" id="257" r:id="Rcd0d537a053f4544"/>
    <p:sldId xmlns:r="http://schemas.openxmlformats.org/officeDocument/2006/relationships" id="258" r:id="Reb315eb3149f42bc"/>
    <p:sldId xmlns:r="http://schemas.openxmlformats.org/officeDocument/2006/relationships" id="259" r:id="R3b0b89f94db94419"/>
    <p:sldId xmlns:r="http://schemas.openxmlformats.org/officeDocument/2006/relationships" id="260" r:id="R624307e580074f69"/>
    <p:sldId xmlns:r="http://schemas.openxmlformats.org/officeDocument/2006/relationships" id="261" r:id="Ra78a472533b64d55"/>
    <p:sldId xmlns:r="http://schemas.openxmlformats.org/officeDocument/2006/relationships" id="262" r:id="R73639e802c524d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89bd49c1a345fd" /><Relationship Type="http://schemas.openxmlformats.org/officeDocument/2006/relationships/slideMaster" Target="/ppt/slideMasters/slideMaster1.xml" Id="Re61891fd7f26483c" /><Relationship Type="http://schemas.openxmlformats.org/officeDocument/2006/relationships/notesMaster" Target="/ppt/notesMasters/notesMaster1.xml" Id="Rf57e4e9dd92c4b22" /><Relationship Type="http://schemas.openxmlformats.org/officeDocument/2006/relationships/presProps" Target="/ppt/presProps.xml" Id="Rd98d2dafefe14266" /><Relationship Type="http://schemas.openxmlformats.org/officeDocument/2006/relationships/tableStyles" Target="/ppt/tableStyles.xml" Id="R85c9523e728e4844" /><Relationship Type="http://schemas.openxmlformats.org/officeDocument/2006/relationships/slide" Target="/ppt/slides/slide1.xml" Id="R8fe127a4736c44e8" /><Relationship Type="http://schemas.openxmlformats.org/officeDocument/2006/relationships/slide" Target="/ppt/slides/slide2.xml" Id="Rcd0d537a053f4544" /><Relationship Type="http://schemas.openxmlformats.org/officeDocument/2006/relationships/slide" Target="/ppt/slides/slide3.xml" Id="Reb315eb3149f42bc" /><Relationship Type="http://schemas.openxmlformats.org/officeDocument/2006/relationships/slide" Target="/ppt/slides/slide4.xml" Id="R3b0b89f94db94419" /><Relationship Type="http://schemas.openxmlformats.org/officeDocument/2006/relationships/slide" Target="/ppt/slides/slide5.xml" Id="R624307e580074f69" /><Relationship Type="http://schemas.openxmlformats.org/officeDocument/2006/relationships/slide" Target="/ppt/slides/slide6.xml" Id="Ra78a472533b64d55" /><Relationship Type="http://schemas.openxmlformats.org/officeDocument/2006/relationships/slide" Target="/ppt/slides/slide7.xml" Id="R73639e802c524d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b66a4336f744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Qala">
      <a:dk1>
        <a:srgbClr val="000000"/>
      </a:dk1>
      <a:lt1>
        <a:srgbClr val="FFFFFF"/>
      </a:lt1>
      <a:dk2>
        <a:srgbClr val="123F37"/>
      </a:dk2>
      <a:lt2>
        <a:srgbClr val="E1EFEB"/>
      </a:lt2>
      <a:accent1>
        <a:srgbClr val="16594D"/>
      </a:accent1>
      <a:accent2>
        <a:srgbClr val="D6A255"/>
      </a:accent2>
      <a:accent3>
        <a:srgbClr val="DCECF0"/>
      </a:accent3>
      <a:accent4>
        <a:srgbClr val="A44D3F"/>
      </a:accent4>
      <a:accent5>
        <a:srgbClr val="B9D5CD"/>
      </a:accent5>
      <a:accent6>
        <a:srgbClr val="65736F"/>
      </a:accent6>
      <a:hlink>
        <a:srgbClr val="16594D"/>
      </a:hlink>
      <a:folHlink>
        <a:srgbClr val="123F37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Qal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3d795da7604ed3" /><Relationship Type="http://schemas.openxmlformats.org/officeDocument/2006/relationships/notesMaster" Target="/ppt/notesMasters/notesMaster1.xml" Id="Rf28054bca58443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d2189e487647a8" /><Relationship Type="http://schemas.openxmlformats.org/officeDocument/2006/relationships/notesMaster" Target="/ppt/notesMasters/notesMaster1.xml" Id="R809ff9bada8244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53a4e87184429f" /><Relationship Type="http://schemas.openxmlformats.org/officeDocument/2006/relationships/notesMaster" Target="/ppt/notesMasters/notesMaster1.xml" Id="Re7986667161640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b7d6e51b3e4c80" /><Relationship Type="http://schemas.openxmlformats.org/officeDocument/2006/relationships/notesMaster" Target="/ppt/notesMasters/notesMaster1.xml" Id="Rdb015fe1c70d4b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1bc8d5a8b64214" /><Relationship Type="http://schemas.openxmlformats.org/officeDocument/2006/relationships/notesMaster" Target="/ppt/notesMasters/notesMaster1.xml" Id="R5046df9aa24442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1fd142f08148be" /><Relationship Type="http://schemas.openxmlformats.org/officeDocument/2006/relationships/notesMaster" Target="/ppt/notesMasters/notesMaster1.xml" Id="Rfa3c62d0581345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197648f163401e" /><Relationship Type="http://schemas.openxmlformats.org/officeDocument/2006/relationships/notesMaster" Target="/ppt/notesMasters/notesMaster1.xml" Id="R6cf83b5d9d5a48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Открытие, около 35 секунд. Qala помогает быстро решить, куда пройтись в Астане, когда человек уже знает свою точку и интерес. Сервис предлагает не больше трёх мест и показывает, где информация о маршруте является оценкой.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задания: C:\Users\megumin\Downloads\Telegram Desktop\FINAL Задачи_хакатона.docx.pdf, первый кейс.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Около 45 секунд. Покажите конкретную задачу: человек задаёт место старта, вводит интерес и ограничивает область поиска радиусом. Если в запросе есть временной предел, Qala проверяет его по оценочному времени пути и/или посещения. Это ориентир, а не гарантия, что прогулка уложится в указанное время.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задания: прикреплённый PDF, первый кейс.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Около 60 секунд. Данные загружаются из OpenStreetMap и кэшируются. Локальный алгоритм сначала отбирает кандидатов по расстоянию и категории, затем ранжирует по соответствию тексту. DeepSeek Flash только переформулирует объяснение по извлечённым данным; без ключа остаётся локальный текст. OpenRouteService можно подключить отдельно, иначе путь приблизительный.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задания: прикреплённый PDF, первый кейс.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DeepSeek Chat Completions и модель deepseek-flash: https://api-docs.deepseek.com/api/create-chat-completion/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DeepSeek Models &amp; Pricing: https://api-docs.deepseek.com/quick_start/pricing/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Около 45 секунд. В карточках факты о месте берутся из OpenStreetMap. Формулировка может быть сгенерирована моделью, но часы, доступность, отзывы или особенности заведения не добавляются без источника. Время посещения приблизительно оценивается по категории; маршрут без ORS рассчитан по прямому расстоянию и тоже является оценкой.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задания: прикреплённый PDF, первый кейс.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Около 50 секунд. Геолокация не запрашивается сама. Координаты нужны локальному подбору, но в DeepSeek уходят только запрос и выбранные карточки. Если настроен OpenRouteService, туда отправляются координаты и точки для матрицы маршрутов. Точные координаты не записываются в локальные журналы или кэш. OpenStreetMap получает запросы тайлов просматриваемой области.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задания: прикреплённый PDF, первый кейс.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DeepSeek Open Platform Terms of Service: https://cdn.deepseek.com/policies/en-US/deepseek-open-platform-terms-of-service.html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Около 55 секунд. Сценарии проверяют поиск у Байтерека, категорию кафе, детские площадки, достопримечательности, работу без API-ключа и границы передачи данных. До ручного прогона нельзя заявлять, что качество рекомендаций проверено. Результаты нужно записывать с количеством найденных POI и фактическим режимом маршрута.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Сценарии и критерии: SCENARIOS.md в проекте.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задания: прикреплённый PDF, первый кейс.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Около 55 секунд. Важно честно обозначить границы: данные могут быть неполными, маршруты приблизительными, часы не подтверждаются моделью. Следующие шаги — получить свежую базу, пройти описанные сценарии и записать короткое демо. Публичная ссылка добавляется только после того, как команда сама опубликует запись.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задания: прикреплённый PDF, первый кейс.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55f5ffbbd744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a7ecba59d64e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cbfb7ee48b4ea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de20691c347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cb779ed41d47c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4dfb12e414c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1DBE78-3A58-4CD6-9FBE-F1432728A5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D84129-9634-4BD8-8415-44BA053D60A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04DC78C-1A00-4144-989B-B263E0E51C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582B4D-109F-4687-8A4B-30F357880F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7D449B2-79C1-473F-A03B-56657FFE21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3D2AB03-B988-4FD2-AF83-B31B342C5C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22BC05-9BA7-4BAF-A85C-6953D04D8A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9C30E7B-0EAE-410D-9279-E2DF26F319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52DD84-E510-411E-87E8-30A2E55364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1FA9CB-C755-4B2D-8FAE-146BD7F508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ef1ee287fe4af1" /><Relationship Type="http://schemas.openxmlformats.org/officeDocument/2006/relationships/slideLayout" Target="/ppt/slideLayouts/slideLayout1.xml" Id="R51ff84843b1d46f1" /><Relationship Type="http://schemas.openxmlformats.org/officeDocument/2006/relationships/slideLayout" Target="/ppt/slideLayouts/slideLayout2.xml" Id="Rfd1835306ad645df" /><Relationship Type="http://schemas.openxmlformats.org/officeDocument/2006/relationships/slideLayout" Target="/ppt/slideLayouts/slideLayout3.xml" Id="R2f766828fbe9413f" /><Relationship Type="http://schemas.openxmlformats.org/officeDocument/2006/relationships/slideLayout" Target="/ppt/slideLayouts/slideLayout4.xml" Id="R209cb464af3f47bf" /><Relationship Type="http://schemas.openxmlformats.org/officeDocument/2006/relationships/slideLayout" Target="/ppt/slideLayouts/slideLayout5.xml" Id="Rbf39c26bf180462b" /><Relationship Type="http://schemas.openxmlformats.org/officeDocument/2006/relationships/slideLayout" Target="/ppt/slideLayouts/slideLayout6.xml" Id="Re1b2e2902f9946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ff84843b1d46f1"/>
    <p:sldLayoutId xmlns:r="http://schemas.openxmlformats.org/officeDocument/2006/relationships" id="2147483650" r:id="Rfd1835306ad645df"/>
    <p:sldLayoutId xmlns:r="http://schemas.openxmlformats.org/officeDocument/2006/relationships" id="2147483651" r:id="R2f766828fbe9413f"/>
    <p:sldLayoutId xmlns:r="http://schemas.openxmlformats.org/officeDocument/2006/relationships" id="2147483652" r:id="R209cb464af3f47bf"/>
    <p:sldLayoutId xmlns:r="http://schemas.openxmlformats.org/officeDocument/2006/relationships" id="2147483653" r:id="Rbf39c26bf180462b"/>
    <p:sldLayoutId xmlns:r="http://schemas.openxmlformats.org/officeDocument/2006/relationships" id="2147483654" r:id="Re1b2e2902f9946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Qala">
      <a:dk1>
        <a:srgbClr val="000000"/>
      </a:dk1>
      <a:lt1>
        <a:srgbClr val="FFFFFF"/>
      </a:lt1>
      <a:dk2>
        <a:srgbClr val="123F37"/>
      </a:dk2>
      <a:lt2>
        <a:srgbClr val="E1EFEB"/>
      </a:lt2>
      <a:accent1>
        <a:srgbClr val="16594D"/>
      </a:accent1>
      <a:accent2>
        <a:srgbClr val="D6A255"/>
      </a:accent2>
      <a:accent3>
        <a:srgbClr val="DCECF0"/>
      </a:accent3>
      <a:accent4>
        <a:srgbClr val="A44D3F"/>
      </a:accent4>
      <a:accent5>
        <a:srgbClr val="B9D5CD"/>
      </a:accent5>
      <a:accent6>
        <a:srgbClr val="65736F"/>
      </a:accent6>
      <a:hlink>
        <a:srgbClr val="16594D"/>
      </a:hlink>
      <a:folHlink>
        <a:srgbClr val="123F37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Qal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b0bd2915454bdd" /><Relationship Type="http://schemas.openxmlformats.org/officeDocument/2006/relationships/notesSlide" Target="/ppt/notesSlides/notesSlide1.xml" Id="Rd77e689161f34b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0b49ef744a467a" /><Relationship Type="http://schemas.openxmlformats.org/officeDocument/2006/relationships/notesSlide" Target="/ppt/notesSlides/notesSlide2.xml" Id="Rfb8a52d0d0ba46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144504507e415e" /><Relationship Type="http://schemas.openxmlformats.org/officeDocument/2006/relationships/notesSlide" Target="/ppt/notesSlides/notesSlide3.xml" Id="R1ae6fb730ad84e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89139d6f274b49" /><Relationship Type="http://schemas.openxmlformats.org/officeDocument/2006/relationships/notesSlide" Target="/ppt/notesSlides/notesSlide4.xml" Id="R2d79846f9bf643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57bb7d73504fa5" /><Relationship Type="http://schemas.openxmlformats.org/officeDocument/2006/relationships/notesSlide" Target="/ppt/notesSlides/notesSlide5.xml" Id="R4446a48d03d240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e5b643b1894813" /><Relationship Type="http://schemas.openxmlformats.org/officeDocument/2006/relationships/notesSlide" Target="/ppt/notesSlides/notesSlide6.xml" Id="R10383e43b97f4c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67b8434faa4a6e" /><Relationship Type="http://schemas.openxmlformats.org/officeDocument/2006/relationships/notesSlide" Target="/ppt/notesSlides/notesSlide7.xml" Id="R6c980204afc442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F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B0CF4-4172-444A-B3E8-1C93DC1B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D5CD"/>
                </a:solidFill>
                <a:latin typeface="Arial"/>
                <a:ea typeface="Arial"/>
                <a:cs typeface="Arial"/>
              </a:rPr>
              <a:t>QALA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1AFAD-13CB-4AB4-AF3F-D0B1AF77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69532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Прогулки</a:t>
            </a:r>
          </a:p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 Астане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89D3E-359C-4266-A3CA-8F9B6104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1EFEB"/>
                </a:solidFill>
                <a:latin typeface="Arial"/>
                <a:ea typeface="Arial"/>
                <a:cs typeface="Arial"/>
              </a:rPr>
              <a:t>Помощник, который подбирает до трёх мест</a:t>
            </a:r>
          </a:p>
          <a:p xmlns:a="http://schemas.openxmlformats.org/drawingml/2006/main">
            <a: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1EFEB"/>
                </a:solidFill>
                <a:latin typeface="Arial"/>
                <a:ea typeface="Arial"/>
                <a:cs typeface="Arial"/>
              </a:rPr>
              <a:t>рядом по точке на карте и интересу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2B02B-08AC-4B6E-85E6-9569289E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954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293C6-C278-4CC5-8DBC-2AB7D13D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52600"/>
            <a:ext cx="195262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858"/>
          </a:bodyPr>
          <a:lstStyle xmlns:a="http://schemas.openxmlformats.org/drawingml/2006/main">
            <a:def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13BFE-BC50-4153-93AB-C79365B3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100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4E3DF"/>
                </a:solidFill>
                <a:latin typeface="Arial"/>
                <a:ea typeface="Arial"/>
                <a:cs typeface="Arial"/>
              </a:rPr>
              <a:t>места рядом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510BE-50D8-4DD6-BE46-B40B0745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4E3DF"/>
                </a:solidFill>
                <a:latin typeface="Arial"/>
                <a:ea typeface="Arial"/>
                <a:cs typeface="Arial"/>
              </a:rPr>
              <a:t>01 / 07</a:t>
            </a:r>
          </a:p>
        </p:txBody>
      </p:sp>
    </p:spTree>
    <p:extLst>
      <p:ext uri="{BB962C8B-B14F-4D97-AF65-F5344CB8AC3E}">
        <p14:creationId xmlns:p14="http://schemas.microsoft.com/office/powerpoint/2010/main" val="14929310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C866D-B267-4D5B-9BAD-5D41B9C2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Сценарий пользователя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19010-718B-4D75-BE20-07ADD0D8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A28AA-66AA-4035-A597-3338F250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02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077CD-98A0-4733-80C8-CD45AC91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657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«Я у Байтерека.</a:t>
            </a:r>
          </a:p>
          <a:p xmlns:a="http://schemas.openxmlformats.org/drawingml/2006/main">
            <a: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Куда пройтись рядом?»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A018A-6E2F-411D-8BB2-74F52573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600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Нужно быстро выбрать точку поблизости,</a:t>
            </a:r>
          </a:p>
          <a:p xmlns:a="http://schemas.openxmlformats.org/drawingml/2006/main">
            <a: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не сравнивая несколько карт и справочников.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15BD7-3E04-4F4B-A300-741F06CC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0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D9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B2284-F2C4-4E62-952C-5F3E1924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736F"/>
                </a:solidFill>
                <a:latin typeface="Arial"/>
                <a:ea typeface="Arial"/>
                <a:cs typeface="Arial"/>
              </a:rPr>
              <a:t>ТОЧКА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6916F-56DA-4D07-A941-83EB948A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00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на карте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B94FA-F9D1-42CE-8FD4-17E65CBB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04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736F"/>
                </a:solidFill>
                <a:latin typeface="Arial"/>
                <a:ea typeface="Arial"/>
                <a:cs typeface="Arial"/>
              </a:rPr>
              <a:t>ИНТЕРЕС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8D573-52B4-4E26-AAF7-F430525A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62350"/>
            <a:ext cx="323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текстом или категорией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7FE2D-990C-4A23-B614-07E7121C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767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736F"/>
                </a:solidFill>
                <a:latin typeface="Arial"/>
                <a:ea typeface="Arial"/>
                <a:cs typeface="Arial"/>
              </a:rPr>
              <a:t>РАДИУС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A09B8-F2E5-423E-9E4F-0E16AB26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387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от 2 до 8 км</a:t>
            </a:r>
          </a:p>
        </p:txBody>
      </p:sp>
    </p:spTree>
    <p:extLst>
      <p:ext uri="{BB962C8B-B14F-4D97-AF65-F5344CB8AC3E}">
        <p14:creationId xmlns:p14="http://schemas.microsoft.com/office/powerpoint/2010/main" val="12850936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CCD791-216E-4F13-9DF4-F8AFB5E0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Как формируется ответ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100DF-DE93-4BC3-81AF-15F46FE7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CC774-6614-4955-B23A-AE6D75C8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03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F0C63-EC8B-4E95-8787-B92548EC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23241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13335">
            <a:solidFill>
              <a:srgbClr val="CFD9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1F523-6659-4415-90B6-42CEF873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OpenStreetMap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5929F-F223-42EF-88F7-B8CC59C0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201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POI и их поля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E89EF-B3DE-4E81-899B-8E572883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05000"/>
            <a:ext cx="23241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1EFEB"/>
          </a:solidFill>
          <a:ln xmlns:a="http://schemas.openxmlformats.org/drawingml/2006/main" w="13335">
            <a:solidFill>
              <a:srgbClr val="CFD9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28F8D-D328-46DA-BD47-CF4D65CC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1455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Локальный кэш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62952-F9E8-4338-8275-D782B75D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19375"/>
            <a:ext cx="201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сбор Overpass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C0DC8-A6FE-4A6D-A4EE-E8DFE366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05000"/>
            <a:ext cx="23241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9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E81E06-88C4-4D25-8F6D-F3E34847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Поиск рядом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C0559-378C-465A-8CE2-C448BECA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01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08"/>
          </a:bodyPr>
          <a:lstStyle xmlns:a="http://schemas.openxmlformats.org/drawingml/2006/main">
            <a:def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радиус • категория • текст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9984D-56E0-4609-B35C-601A5FBD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05000"/>
            <a:ext cx="23241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1EFEB"/>
          </a:solidFill>
          <a:ln xmlns:a="http://schemas.openxmlformats.org/drawingml/2006/main" w="13335">
            <a:solidFill>
              <a:srgbClr val="CFD9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495BE-184A-4EB9-947A-EB290873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1455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До 3 точек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16B9F-B69E-4B27-889F-B48FF2F5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19375"/>
            <a:ext cx="201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345"/>
          </a:bodyPr>
          <a:lstStyle xmlns:a="http://schemas.openxmlformats.org/drawingml/2006/main">
            <a:def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сортировка по совпадению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8FAD87-0452-4E15-A3B0-C5BF30ED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38375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59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908A5A-8337-4A1C-BDA4-E632517E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238375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59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EC9D6A-8F44-4CC1-9C81-2C37FBE0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238375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59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9D9D0B-E123-4202-98CB-EE5FA942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D9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8A0BF0-E838-44AF-AA96-CC1CB871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DeepSeek Flash · опционально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B95040-1372-4D60-BA20-54346B09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4914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826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Запрос + поля выбранных POI → короткое объяснение.</a:t>
            </a:r>
          </a:p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Модель не выбирает места и не подтверждает новые факты.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E851F5-23A2-4A74-A94B-94FB01B3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OpenRouteService · опционально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1D2579-F07D-45E6-9FFE-5EB4403D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62450"/>
            <a:ext cx="5000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Координаты + POI → пешие расстояния и время.</a:t>
            </a:r>
          </a:p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Без ключа приложение показывает оценку пути.</a:t>
            </a:r>
          </a:p>
        </p:txBody>
      </p:sp>
    </p:spTree>
    <p:extLst>
      <p:ext uri="{BB962C8B-B14F-4D97-AF65-F5344CB8AC3E}">
        <p14:creationId xmlns:p14="http://schemas.microsoft.com/office/powerpoint/2010/main" val="2273001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0E4663-B516-40BB-A24B-6969309B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Что видит человек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0DE6F-7DE6-43E4-A49F-1811BDEC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62384-EC81-4429-A926-6E0834E2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04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B352F-EA37-47AA-98A0-8AD346B0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Место и категория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B10B8-C630-4A20-B557-40E16DB2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Из OpenStreetMap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A8076-E93C-43B1-8648-EBBD3063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1058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FD9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FAC25-9A6C-4F7C-8BEB-B960CF98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Почему подходит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1F8D0-581A-4783-B943-965BDD40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908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DeepSeek по POI или локальный текст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AD5E0-BC1E-41BE-AA58-51285260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1058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FD9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D8419-C8DD-4751-AF81-DA1E7344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Время в пути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FAAA8-FEDA-4C4D-976D-1E14CA1C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Маршрут ORS или оценка по прямой, явно помеченная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687AB-A10B-49F9-A888-50C26894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1058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FD9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BCCB6B-D81C-4608-80EB-BDFBBCCB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Время на месте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708BCB-525A-4C60-A098-BAE66748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Приблизительный диапазон по категории; не поле OSM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D820DC-91EE-4B07-AA7D-ABE4E1B2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058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FD9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8B3D8-004F-498E-8141-EF47BCED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Часы работы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DA336B-3297-49B9-8BFE-D8027250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054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Только если есть в OSM; не подтверждает, что место открыто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9EC6F-4B66-49F3-B987-A07F7814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1058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FD9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6EC410-5637-4600-B8AF-FC0EBE3D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76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594D"/>
                </a:solidFill>
                <a:latin typeface="Arial"/>
                <a:ea typeface="Arial"/>
                <a:cs typeface="Arial"/>
              </a:rPr>
              <a:t>Если факта нет в данных, Qala его не добавляет.</a:t>
            </a:r>
          </a:p>
        </p:txBody>
      </p:sp>
    </p:spTree>
    <p:extLst>
      <p:ext uri="{BB962C8B-B14F-4D97-AF65-F5344CB8AC3E}">
        <p14:creationId xmlns:p14="http://schemas.microsoft.com/office/powerpoint/2010/main" val="19303770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C8B04-C205-4620-A8D8-A32525F9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Границы передачи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59FCF-FE1D-42E5-B482-4499DFCC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200B2-7170-4BA1-8B69-07DC8864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05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BA714-120B-437E-B225-8B006979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5736F"/>
                </a:solidFill>
                <a:latin typeface="Arial"/>
                <a:ea typeface="Arial"/>
                <a:cs typeface="Arial"/>
              </a:rPr>
              <a:t>ЛОКАЛЬНОЕ ПРИЛОЖЕНИЕ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080B5-A07D-496B-98BC-D98F8F53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Точка пользователя</a:t>
            </a:r>
          </a:p>
          <a:p xmlns:a="http://schemas.openxmlformats.org/drawingml/2006/main">
            <a: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Запрос</a:t>
            </a:r>
          </a:p>
          <a:p xmlns:a="http://schemas.openxmlformats.org/drawingml/2006/main">
            <a: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Локальный поиск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FD1E6-7A53-4E61-AB72-DCF21427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9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CC817-9F73-4349-91C4-8D2BE06B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434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9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545F2-916E-4668-8638-B9D684B1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5736F"/>
                </a:solidFill>
                <a:latin typeface="Arial"/>
                <a:ea typeface="Arial"/>
                <a:cs typeface="Arial"/>
              </a:rPr>
              <a:t>DEEPSEEK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0AD83-E802-407B-A8B8-682C40BA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66950"/>
            <a:ext cx="600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Текст запроса + выбранные POI</a:t>
            </a:r>
          </a:p>
          <a:p xmlns:a="http://schemas.openxmlformats.org/drawingml/2006/main">
            <a:pPr algn="l">
              <a:defRPr sz="19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Координаты пользователя не передаются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E5B01-0512-43D2-BFF1-84AA52CB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5736F"/>
                </a:solidFill>
                <a:latin typeface="Arial"/>
                <a:ea typeface="Arial"/>
                <a:cs typeface="Arial"/>
              </a:rPr>
              <a:t>OPENROUTESERVICE · ЕСЛИ ВКЛЮЧЁН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BBFED-3085-4EA3-A306-FEEA83D7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0052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Координаты + POI → пешие расстояния и время маршрута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25AEC-6D86-439D-910E-03CF699E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D9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D9E67-DFA6-41E4-9926-D9E49BE5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Геолокация — только после нажатия. Координаты не пишутся в историю, файлы или журналы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8197367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85B866-F644-4FD6-AFD7-67389ACF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Сценарии ручной проверки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A69BB-B9E4-45CA-A8F4-7622305B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A7C28-CDEE-4D17-A654-3A294DF0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06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FFA9D-F8C4-44DE-8919-15006E0B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Короткая прогулка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26877-18A2-49BD-A48A-C701BF88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24025"/>
            <a:ext cx="747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Байтерек · 2 км · оценка пути подписана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30490-78FC-41CD-A18E-A23FFF95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0601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FD9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326AF-AF8B-4D74-A074-0F505514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Кофе поблизости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69D5C-54AD-49C4-9F19-0358827A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47925"/>
            <a:ext cx="747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Фильтр кафе · без выдуманных Wi‑Fi и тишины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81609-F6FA-4C99-9773-790BF2C8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10601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FD9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2DA6E-936C-4133-A3C1-1606CF3B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718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С ребёнком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E82E3-94D3-4777-A841-5BAE426B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71825"/>
            <a:ext cx="747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Площадки из карты или честный пустой результат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46B6D-D095-4423-AFC8-95154616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601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FD9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75724B-A801-48D1-BC4F-C125DBA8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Интересные места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8BA61F-AB54-4073-A8BA-6F878CCC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95725"/>
            <a:ext cx="747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Памятники, виды и объекты искусства из POI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FBC80-7B99-446A-974D-74666D4D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0601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FD9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19BC27-7C48-4DFA-9122-5CB26D6A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Запуск без ключа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7B205C-AB98-419C-A2B1-816C9448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19625"/>
            <a:ext cx="747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Поиск работает в демо-режиме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AB5731-FDCC-41A9-A79D-269F02D1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33975"/>
            <a:ext cx="10601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FD9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3BFF94-1C0D-4961-999A-B82BE01D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435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Приватность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D093AF-1BC8-4EFE-92F3-32C74D36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43525"/>
            <a:ext cx="747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Проверить ручную точку и геолокацию после нажатия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289CFC-CD93-484E-A276-07D4F177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01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FD9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CACA3E-888F-4F6A-A203-C425DF33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293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D3F"/>
                </a:solidFill>
                <a:latin typeface="Arial"/>
                <a:ea typeface="Arial"/>
                <a:cs typeface="Arial"/>
              </a:rPr>
              <a:t>Это план прогона, не заявленные результаты испытаний.</a:t>
            </a:r>
          </a:p>
        </p:txBody>
      </p:sp>
    </p:spTree>
    <p:extLst>
      <p:ext uri="{BB962C8B-B14F-4D97-AF65-F5344CB8AC3E}">
        <p14:creationId xmlns:p14="http://schemas.microsoft.com/office/powerpoint/2010/main" val="9170577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A5154-477E-48BE-9EDA-7BA1F358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Границы прототипа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EBC20-2A2A-47B7-953E-8D77AC97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8AFBC-A80E-4558-BFCD-10E0CFDA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07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6A60A-16E7-4115-BDA6-4AE90F7B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736F"/>
                </a:solidFill>
                <a:latin typeface="Arial"/>
                <a:ea typeface="Arial"/>
                <a:cs typeface="Arial"/>
              </a:rPr>
              <a:t>СЕЙЧАС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729C3-A1B3-44D0-BECE-646BD9EA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49530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• Покрытие — центр Астаны, Expo и Mega Silk Way</a:t>
            </a:r>
          </a:p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• Полнота сведений зависит от OpenStreetMap</a:t>
            </a:r>
          </a:p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• Время на месте — оценка по категории</a:t>
            </a:r>
          </a:p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• Без ORS путь приблизительный; часы сверять на месте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41E4E-D4EA-430E-BFA2-25D97174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0" cy="3467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D9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F40CD-0AB8-42EE-B6EE-EB14A9BF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097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736F"/>
                </a:solidFill>
                <a:latin typeface="Arial"/>
                <a:ea typeface="Arial"/>
                <a:cs typeface="Arial"/>
              </a:rPr>
              <a:t>ПЕРЕД СДАЧЕЙ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C8C00-7333-4828-9829-64EBD9E6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24100"/>
            <a:ext cx="45720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1. Загрузить свежие POI</a:t>
            </a:r>
          </a:p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2. Пройти сценарии и записать замечания</a:t>
            </a:r>
          </a:p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3. Проверить карту и маршрут на точках демо</a:t>
            </a:r>
          </a:p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4. Записать выступление на 5–7 минут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FC1A1-3C89-497E-8229-FCFE3F72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10706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E167C-6B40-4593-B356-5FAE7564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Публичная ссылка на видео появится после записи и загрузки командой.</a:t>
            </a:r>
          </a:p>
        </p:txBody>
      </p:sp>
    </p:spTree>
    <p:extLst>
      <p:ext uri="{BB962C8B-B14F-4D97-AF65-F5344CB8AC3E}">
        <p14:creationId xmlns:p14="http://schemas.microsoft.com/office/powerpoint/2010/main" val="884983909"/>
      </p:ext>
    </p:extLst>
  </p:cSld>
</p:sld>
</file>

<file path=ppt/theme/theme1.xml><?xml version="1.0" encoding="utf-8"?>
<a:theme xmlns:a="http://schemas.openxmlformats.org/drawingml/2006/main" name="ChatGPT">
  <a:themeElements>
    <a:clrScheme name="Qala">
      <a:dk1>
        <a:srgbClr val="000000"/>
      </a:dk1>
      <a:lt1>
        <a:srgbClr val="FFFFFF"/>
      </a:lt1>
      <a:dk2>
        <a:srgbClr val="123F37"/>
      </a:dk2>
      <a:lt2>
        <a:srgbClr val="E1EFEB"/>
      </a:lt2>
      <a:accent1>
        <a:srgbClr val="16594D"/>
      </a:accent1>
      <a:accent2>
        <a:srgbClr val="D6A255"/>
      </a:accent2>
      <a:accent3>
        <a:srgbClr val="DCECF0"/>
      </a:accent3>
      <a:accent4>
        <a:srgbClr val="A44D3F"/>
      </a:accent4>
      <a:accent5>
        <a:srgbClr val="B9D5CD"/>
      </a:accent5>
      <a:accent6>
        <a:srgbClr val="65736F"/>
      </a:accent6>
      <a:hlink>
        <a:srgbClr val="16594D"/>
      </a:hlink>
      <a:folHlink>
        <a:srgbClr val="123F37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Qal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2026-10-19T11:44:18.8690000Z</dcterms:created>
  <dcterms:modified xsi:type="dcterms:W3CDTF">2026-10-19T11:44:18.8690000Z</dcterms:modified>
</coreProperties>
</file>